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4b7ce45fefd422a" /><Relationship Type="http://schemas.openxmlformats.org/officeDocument/2006/relationships/extended-properties" Target="/docProps/app.xml" Id="Ra283026d71304551" /><Relationship Type="http://schemas.openxmlformats.org/officeDocument/2006/relationships/officeDocument" Target="/ppt/presentation.xml" Id="Rc008397f0b22487a" /></Relationships>
</file>

<file path=ppt/presentation.xml><?xml version="1.0" encoding="utf-8"?>
<p:presentation xmlns:p="http://schemas.openxmlformats.org/presentationml/2006/main">
  <p:sldMasterIdLst>
    <p:sldMasterId xmlns:r="http://schemas.openxmlformats.org/officeDocument/2006/relationships" id="2147483648" r:id="R7f612ac49e314a48"/>
  </p:sldMasterIdLst>
  <p:notesMasterIdLst>
    <p:notesMasterId xmlns:r="http://schemas.openxmlformats.org/officeDocument/2006/relationships" r:id="Rae0fa4bd44954052"/>
  </p:notesMasterIdLst>
  <p:sldIdLst>
    <p:sldId xmlns:r="http://schemas.openxmlformats.org/officeDocument/2006/relationships" id="256" r:id="Ref36d8c0a9ef40e5"/>
    <p:sldId xmlns:r="http://schemas.openxmlformats.org/officeDocument/2006/relationships" id="257" r:id="R72da5c0aadd84a5e"/>
    <p:sldId xmlns:r="http://schemas.openxmlformats.org/officeDocument/2006/relationships" id="258" r:id="R897baf94d1754a3a"/>
    <p:sldId xmlns:r="http://schemas.openxmlformats.org/officeDocument/2006/relationships" id="259" r:id="R0cad955467ff497a"/>
    <p:sldId xmlns:r="http://schemas.openxmlformats.org/officeDocument/2006/relationships" id="260" r:id="Rb8f016af3d2d4979"/>
    <p:sldId xmlns:r="http://schemas.openxmlformats.org/officeDocument/2006/relationships" id="261" r:id="R8f180b67aae44e2b"/>
    <p:sldId xmlns:r="http://schemas.openxmlformats.org/officeDocument/2006/relationships" id="262" r:id="R7a8dafc50f43407d"/>
    <p:sldId xmlns:r="http://schemas.openxmlformats.org/officeDocument/2006/relationships" id="263" r:id="R722edd356adc47f0"/>
    <p:sldId xmlns:r="http://schemas.openxmlformats.org/officeDocument/2006/relationships" id="264" r:id="R55e7bc93258242f5"/>
    <p:sldId xmlns:r="http://schemas.openxmlformats.org/officeDocument/2006/relationships" id="265" r:id="R55e7fe175b64434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1b8e82371c41b5" /><Relationship Type="http://schemas.openxmlformats.org/officeDocument/2006/relationships/slideMaster" Target="/ppt/slideMasters/slideMaster1.xml" Id="R7f612ac49e314a48" /><Relationship Type="http://schemas.openxmlformats.org/officeDocument/2006/relationships/notesMaster" Target="/ppt/notesMasters/notesMaster1.xml" Id="Rae0fa4bd44954052" /><Relationship Type="http://schemas.openxmlformats.org/officeDocument/2006/relationships/presProps" Target="/ppt/presProps.xml" Id="R340b50859eef48d3" /><Relationship Type="http://schemas.openxmlformats.org/officeDocument/2006/relationships/tableStyles" Target="/ppt/tableStyles.xml" Id="R48dd682c72ad4932" /><Relationship Type="http://schemas.openxmlformats.org/officeDocument/2006/relationships/slide" Target="/ppt/slides/slide1.xml" Id="Ref36d8c0a9ef40e5" /><Relationship Type="http://schemas.openxmlformats.org/officeDocument/2006/relationships/slide" Target="/ppt/slides/slide2.xml" Id="R72da5c0aadd84a5e" /><Relationship Type="http://schemas.openxmlformats.org/officeDocument/2006/relationships/slide" Target="/ppt/slides/slide3.xml" Id="R897baf94d1754a3a" /><Relationship Type="http://schemas.openxmlformats.org/officeDocument/2006/relationships/slide" Target="/ppt/slides/slide4.xml" Id="R0cad955467ff497a" /><Relationship Type="http://schemas.openxmlformats.org/officeDocument/2006/relationships/slide" Target="/ppt/slides/slide5.xml" Id="Rb8f016af3d2d4979" /><Relationship Type="http://schemas.openxmlformats.org/officeDocument/2006/relationships/slide" Target="/ppt/slides/slide6.xml" Id="R8f180b67aae44e2b" /><Relationship Type="http://schemas.openxmlformats.org/officeDocument/2006/relationships/slide" Target="/ppt/slides/slide7.xml" Id="R7a8dafc50f43407d" /><Relationship Type="http://schemas.openxmlformats.org/officeDocument/2006/relationships/slide" Target="/ppt/slides/slide8.xml" Id="R722edd356adc47f0" /><Relationship Type="http://schemas.openxmlformats.org/officeDocument/2006/relationships/slide" Target="/ppt/slides/slide9.xml" Id="R55e7bc93258242f5" /><Relationship Type="http://schemas.openxmlformats.org/officeDocument/2006/relationships/slide" Target="/ppt/slides/slide10.xml" Id="R55e7fe175b6443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c46339c56840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eb3b1240b94c75" /><Relationship Type="http://schemas.openxmlformats.org/officeDocument/2006/relationships/notesMaster" Target="/ppt/notesMasters/notesMaster1.xml" Id="Rb3a3be0f8a0147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269df6c1834cea" /><Relationship Type="http://schemas.openxmlformats.org/officeDocument/2006/relationships/notesMaster" Target="/ppt/notesMasters/notesMaster1.xml" Id="Rbabd79c240cb45c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e70d5731eb4532" /><Relationship Type="http://schemas.openxmlformats.org/officeDocument/2006/relationships/notesMaster" Target="/ppt/notesMasters/notesMaster1.xml" Id="R04f5046cf23546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829a159d68448f8" /><Relationship Type="http://schemas.openxmlformats.org/officeDocument/2006/relationships/notesMaster" Target="/ppt/notesMasters/notesMaster1.xml" Id="R6ae41814be794a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fc72a542bd40e2" /><Relationship Type="http://schemas.openxmlformats.org/officeDocument/2006/relationships/notesMaster" Target="/ppt/notesMasters/notesMaster1.xml" Id="Rf73105e1139942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4ce50b0fff4c84" /><Relationship Type="http://schemas.openxmlformats.org/officeDocument/2006/relationships/notesMaster" Target="/ppt/notesMasters/notesMaster1.xml" Id="Re7623344e07d40e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159c665c36f46d3" /><Relationship Type="http://schemas.openxmlformats.org/officeDocument/2006/relationships/notesMaster" Target="/ppt/notesMasters/notesMaster1.xml" Id="Re3e02430ee494f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02a1fbf52e4cdd" /><Relationship Type="http://schemas.openxmlformats.org/officeDocument/2006/relationships/notesMaster" Target="/ppt/notesMasters/notesMaster1.xml" Id="Rab38a354f9194c08" /></Relationships>
</file>

<file path=ppt/notesSlides/_rels/notesSlide9.xml.rels>&#65279;<?xml version="1.0" encoding="utf-8"?><Relationships xmlns="http://schemas.openxmlformats.org/package/2006/relationships"><Relationship Type="http://schemas.openxmlformats.org/officeDocument/2006/relationships/slide" Target="/ppt/slides/slide9.xml" Id="R524fae668a9d4742" /><Relationship Type="http://schemas.openxmlformats.org/officeDocument/2006/relationships/notesMaster" Target="/ppt/notesMasters/notesMaster1.xml" Id="Radaf4161f5fd4b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5676be43ea3468e" /><Relationship Type="http://schemas.openxmlformats.org/officeDocument/2006/relationships/notesMaster" Target="/ppt/notesMasters/notesMaster1.xml" Id="Ra1f04fae086e45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a system fails, an engineer needs a diagnostic next step. A team lead needs recurring patterns. A manager needs a reason to act first. Log Observatory answers these questions using nearly five million real log lines and traceable database evidence.</a:t>
            </a:r>
          </a:p>
          <a:p xmlns:a="http://schemas.openxmlformats.org/drawingml/2006/main">
            <a:r>
              <a:t/>
            </a:r>
          </a:p>
          <a:p xmlns:a="http://schemas.openxmlformats.org/drawingml/2006/main">
            <a:r>
              <a:t>Sources: https://github.com/EreDem/Hackathon/blob/main/docs/evidence/worked-investigation.json</a:t>
            </a:r>
          </a:p>
          <a:p xmlns:a="http://schemas.openxmlformats.org/drawingml/2006/main">
            <a:r>
              <a:t>https://github.com/EreDem/Hackathon/blob/main/docs/evidence/mcp-protocol-check.json</a:t>
            </a:r>
          </a:p>
          <a:p xmlns:a="http://schemas.openxmlformats.org/drawingml/2006/main">
            <a:r>
              <a:t>Official SereneDB technical guidance and challenge brief, supplied by the team.</a:t>
            </a:r>
          </a:p>
          <a:p xmlns:a="http://schemas.openxmlformats.org/drawingml/2006/main">
            <a:r>
              <a:t>Data: historical BGL/OpenStack public challenge corpus. No measured customer savings. Sources and executed SQL are included in submission/evidence/presentation-evidence.json.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parse BGL and OpenStack logs and load our own schema into local SereneDB. We define a fictional ownership map. Fixed tools search and calculate. The agent chooses tools, explains the evidence and recommends a check. Each investigation retains its executed SQL.</a:t>
            </a:r>
          </a:p>
          <a:p xmlns:a="http://schemas.openxmlformats.org/drawingml/2006/main">
            <a:r>
              <a:t/>
            </a:r>
          </a:p>
          <a:p xmlns:a="http://schemas.openxmlformats.org/drawingml/2006/main">
            <a:r>
              <a:t>Sources: https://github.com/EreDem/Hackathon/blob/main/docs/evidence/worked-investigation.json</a:t>
            </a:r>
          </a:p>
          <a:p xmlns:a="http://schemas.openxmlformats.org/drawingml/2006/main">
            <a:r>
              <a:t>https://github.com/EreDem/Hackathon/blob/main/docs/evidence/mcp-protocol-check.json</a:t>
            </a:r>
          </a:p>
          <a:p xmlns:a="http://schemas.openxmlformats.org/drawingml/2006/main">
            <a:r>
              <a:t>Official SereneDB technical guidance and challenge brief, supplied by the team.</a:t>
            </a:r>
          </a:p>
          <a:p xmlns:a="http://schemas.openxmlformats.org/drawingml/2006/main">
            <a:r>
              <a:t>Data: historical BGL/OpenStack public challenge corpus. No measured customer savings. Sources and executed SQL are included in submission/evidence/presentation-evidence.json.</a:t>
            </a:r>
          </a:p>
          <a:p xmlns:a="http://schemas.openxmlformats.org/drawingml/2006/main">
            <a:r>
              <a:t/>
            </a:r>
          </a:p>
          <a:p xmlns:a="http://schemas.openxmlformats.org/drawingml/2006/main">
            <a:r>
              <a:t>Architecture is an editable diagram. Numbered steps indicate data flow. Fixed SQL functions perform calculations; the LLM does not calculate corpus metrics. See ingest/, tools/, agent/, app.py and mcp_server/.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engineer asks why the image cache manager keeps failing. The agent searches the message and retrieves context. It finds eight matching failure messages. The traceback identifies InvalidDiskInfo. The qemu-img command cannot open an instance disk: the path does not exist. We can inspect the exact log IDs and SQL. Next, check the disk path and related deletion or storage activity. This explains the inspected failure. The other seven reports still need checking.</a:t>
            </a:r>
          </a:p>
          <a:p xmlns:a="http://schemas.openxmlformats.org/drawingml/2006/main">
            <a:r>
              <a:t/>
            </a:r>
          </a:p>
          <a:p xmlns:a="http://schemas.openxmlformats.org/drawingml/2006/main">
            <a:r>
              <a:t>Sources: https://github.com/EreDem/Hackathon/blob/main/docs/evidence/worked-investigation.json</a:t>
            </a:r>
          </a:p>
          <a:p xmlns:a="http://schemas.openxmlformats.org/drawingml/2006/main">
            <a:r>
              <a:t>https://github.com/EreDem/Hackathon/blob/main/docs/evidence/mcp-protocol-check.json</a:t>
            </a:r>
          </a:p>
          <a:p xmlns:a="http://schemas.openxmlformats.org/drawingml/2006/main">
            <a:r>
              <a:t>Official SereneDB technical guidance and challenge brief, supplied by the team.</a:t>
            </a:r>
          </a:p>
          <a:p xmlns:a="http://schemas.openxmlformats.org/drawingml/2006/main">
            <a:r>
              <a:t>Data: historical BGL/OpenStack public challenge corpus. No measured customer savings. Sources and executed SQL are included in submission/evidence/presentation-evidence.json.</a:t>
            </a:r>
          </a:p>
          <a:p xmlns:a="http://schemas.openxmlformats.org/drawingml/2006/main">
            <a:r>
              <a:t/>
            </a:r>
          </a:p>
          <a:p xmlns:a="http://schemas.openxmlformats.org/drawingml/2006/main">
            <a:r>
              <a:t>Exact paid live prompt: What causes the recurring `ComputeManager._run_image_cache_manager_pass` failure, and how often does it recur?</a:t>
            </a:r>
          </a:p>
          <a:p xmlns:a="http://schemas.openxmlformats.org/drawingml/2006/main">
            <a:r>
              <a:t>Answer: ## Question</a:t>
            </a:r>
          </a:p>
          <a:p xmlns:a="http://schemas.openxmlformats.org/drawingml/2006/main">
            <a:r>
              <a:t>What causes the recurring image-cache-manager failure, and how often does it recur?</a:t>
            </a:r>
          </a:p>
          <a:p xmlns:a="http://schemas.openxmlformats.org/drawingml/2006/main">
            <a:r>
              <a:t/>
            </a:r>
          </a:p>
          <a:p xmlns:a="http://schemas.openxmlformats.org/drawingml/2006/main">
            <a:r>
              <a:t>## Evidence</a:t>
            </a:r>
          </a:p>
          <a:p xmlns:a="http://schemas.openxmlformats.org/drawingml/2006/main">
            <a:r>
              <a:t>- **Frequency:** The complete matching-count aggregation finds **8 failure-header messages**, template `OS-0045`, from **2017-05-16 03:19:45.356 UTC** through **2017-05-17 05:24:15.342 UTC**. They occur irregularly, not at a demonstrated fixed interval. These are logged failures, not necessarily separate incidents. [B1]</a:t>
            </a:r>
          </a:p>
          <a:p xmlns:a="http://schemas.openxmlformats.org/drawingml/2006/main">
            <a:r>
              <a:t>- **Scope:** OpenStack only; exact-phrase search for `ComputeManager._run_image_cache_manager_pass`, with no team, severity, or date restriction. Search results are untruncated; the full dataset’s temporal coverage is not established. [B1]</a:t>
            </a:r>
          </a:p>
          <a:p xmlns:a="http://schemas.openxmlformats.org/drawingml/2006/main">
            <a:r>
              <a:t>- **Immediate cause:** The inspected traceback follows cache verification → backing-image enumeration → `qemu-img info`. It raises `InvalidDiskInfo` because `/var/lib/nova/instances/16797a0f-32fb-494c-8f36-38588148c35d/disk` cannot be opened: **“No such file or directory.”** See logs `4793594`–`4793598`. [B3]</a:t>
            </a:r>
          </a:p>
          <a:p xmlns:a="http://schemas.openxmlformats.org/drawingml/2006/main">
            <a:r>
              <a:t>- Initial surrounding context was truncated; the targeted traceback is complete. Context retrieval can extend beyond dashboard filters. [B2][B3]</a:t>
            </a:r>
          </a:p>
          <a:p xmlns:a="http://schemas.openxmlformats.org/drawingml/2006/main">
            <a:r>
              <a:t/>
            </a:r>
          </a:p>
          <a:p xmlns:a="http://schemas.openxmlformats.org/drawingml/2006/main">
            <a:r>
              <a:t>## Possible explanation</a:t>
            </a:r>
          </a:p>
          <a:p xmlns:a="http://schemas.openxmlformats.org/drawingml/2006/main">
            <a:r>
              <a:t>The inspected failure is caused by an unavailable instance-disk path during cache scanning—not demonstrated image corruption. Stale instance-directory state, concurrent instance deletion, or unavailable storage could explain it, but the logs do not distinguish these hypotheses. The same underlying cause has **not** been verified across all recurring failures. [B3]</a:t>
            </a:r>
          </a:p>
          <a:p xmlns:a="http://schemas.openxmlformats.org/drawingml/2006/main">
            <a:r>
              <a:t/>
            </a:r>
          </a:p>
          <a:p xmlns:a="http://schemas.openxmlformats.org/drawingml/2006/main">
            <a:r>
              <a:t>## Next check</a:t>
            </a:r>
          </a:p>
          <a:p xmlns:a="http://schemas.openxmlformats.org/drawingml/2006/main">
            <a:r>
              <a:t>Inspect the other failure tracebacks, then correlate the affected instance’s deletion/migration activity with filesystem and mount records. Confirmation requires evidence showing why the disk path disappeared or became inaccessible during the scan.</a:t>
            </a:r>
          </a:p>
          <a:p xmlns:a="http://schemas.openxmlformats.org/drawingml/2006/main">
            <a:r>
              <a:t>Tool calls: search_logs, get_context, get_context. Evidence B3 contains all 24 event rows. No cause was provided in the original question. This is an OpenAI agent test, not a Claude host test.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team lead compares patterns across HPC Kernel. SQL finds around one hundred fifty-three thousand TLB error lines. The trend shows a concentrated burst: more than one hundred fifty-two thousand in one weekly bucket. Storage interrupts occur less often, but reach more nodes. Investigate that wider pattern and check the localized burst. These are log counts and observed nodes, not confirmed incidents or affected customers.</a:t>
            </a:r>
          </a:p>
          <a:p xmlns:a="http://schemas.openxmlformats.org/drawingml/2006/main">
            <a:r>
              <a:t/>
            </a:r>
          </a:p>
          <a:p xmlns:a="http://schemas.openxmlformats.org/drawingml/2006/main">
            <a:r>
              <a:t>Sources: https://github.com/EreDem/Hackathon/blob/main/docs/evidence/worked-investigation.json</a:t>
            </a:r>
          </a:p>
          <a:p xmlns:a="http://schemas.openxmlformats.org/drawingml/2006/main">
            <a:r>
              <a:t>https://github.com/EreDem/Hackathon/blob/main/docs/evidence/mcp-protocol-check.json</a:t>
            </a:r>
          </a:p>
          <a:p xmlns:a="http://schemas.openxmlformats.org/drawingml/2006/main">
            <a:r>
              <a:t>Official SereneDB technical guidance and challenge brief, supplied by the team.</a:t>
            </a:r>
          </a:p>
          <a:p xmlns:a="http://schemas.openxmlformats.org/drawingml/2006/main">
            <a:r>
              <a:t>Data: historical BGL/OpenStack public challenge corpus. No measured customer savings. Sources and executed SQL are included in submission/evidence/presentation-evidence.json.</a:t>
            </a:r>
          </a:p>
          <a:p xmlns:a="http://schemas.openxmlformats.org/drawingml/2006/main">
            <a:r>
              <a:t/>
            </a:r>
          </a:p>
          <a:p xmlns:a="http://schemas.openxmlformats.org/drawingml/2006/main">
            <a:r>
              <a:t>Chart covers weekly buckets from 30 May 2005 through 2 Jan 2006. All 32 returned buckets contain observations in this dataset; no absent bucket is converted to a measured zero. The peak bucket starts 6 Jun 2005. Pattern output is a selected subset, not all templates.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manager compares frequency and reach. TLB errors produce more lines, but appear on five hundred forty-one nodes. Storage interrupts appear on twenty-two thousand five hundred twenty-nine nodes. Our score combines frequency, severity, reach, trend and alerts. Storage interrupts rank first in this BGL comparison. We recommend investigating them first. The score supports prioritization. It does not measure financial damage.</a:t>
            </a:r>
          </a:p>
          <a:p xmlns:a="http://schemas.openxmlformats.org/drawingml/2006/main">
            <a:r>
              <a:t/>
            </a:r>
          </a:p>
          <a:p xmlns:a="http://schemas.openxmlformats.org/drawingml/2006/main">
            <a:r>
              <a:t>Sources: https://github.com/EreDem/Hackathon/blob/main/docs/evidence/worked-investigation.json</a:t>
            </a:r>
          </a:p>
          <a:p xmlns:a="http://schemas.openxmlformats.org/drawingml/2006/main">
            <a:r>
              <a:t>https://github.com/EreDem/Hackathon/blob/main/docs/evidence/mcp-protocol-check.json</a:t>
            </a:r>
          </a:p>
          <a:p xmlns:a="http://schemas.openxmlformats.org/drawingml/2006/main">
            <a:r>
              <a:t>Official SereneDB technical guidance and challenge brief, supplied by the team.</a:t>
            </a:r>
          </a:p>
          <a:p xmlns:a="http://schemas.openxmlformats.org/drawingml/2006/main">
            <a:r>
              <a:t>Data: historical BGL/OpenStack public challenge corpus. No measured customer savings. Sources and executed SQL are included in submission/evidence/presentation-evidence.json.</a:t>
            </a:r>
          </a:p>
          <a:p xmlns:a="http://schemas.openxmlformats.org/drawingml/2006/main">
            <a:r>
              <a:t/>
            </a:r>
          </a:p>
          <a:p xmlns:a="http://schemas.openxmlformats.org/drawingml/2006/main">
            <a:r>
              <a:t>Exact executed comparison SQL:</a:t>
            </a:r>
          </a:p>
          <a:p xmlns:a="http://schemas.openxmlformats.org/drawingml/2006/main">
            <a:r>
              <a:t>SELECT template_id, COUNT(*) AS log_lines,</a:t>
            </a:r>
          </a:p>
          <a:p xmlns:a="http://schemas.openxmlformats.org/drawingml/2006/main">
            <a:r>
              <a:t>       COUNT(DISTINCT NULLIF(NULLIF(node, 'NULL'), '-')) AS nodes</a:t>
            </a:r>
          </a:p>
          <a:p xmlns:a="http://schemas.openxmlformats.org/drawingml/2006/main">
            <a:r>
              <a:t>FROM logs</a:t>
            </a:r>
          </a:p>
          <a:p xmlns:a="http://schemas.openxmlformats.org/drawingml/2006/main">
            <a:r>
              <a:t>WHERE dataset = 'BGL' AND level IN ('ERROR', 'FATAL')</a:t>
            </a:r>
          </a:p>
          <a:p xmlns:a="http://schemas.openxmlformats.org/drawingml/2006/main">
            <a:r>
              <a:t>  AND message IN ('data TLB error interrupt', 'data storage interrupt')</a:t>
            </a:r>
          </a:p>
          <a:p xmlns:a="http://schemas.openxmlformats.org/drawingml/2006/main">
            <a:r>
              <a:t>GROUP BY template_id</a:t>
            </a:r>
          </a:p>
          <a:p xmlns:a="http://schemas.openxmlformats.org/drawingml/2006/main">
            <a:r>
              <a:t>ORDER BY log_lines DESC</a:t>
            </a:r>
          </a:p>
          <a:p xmlns:a="http://schemas.openxmlformats.org/drawingml/2006/main">
            <a:r>
              <a:t>Result: [{"template_id":"BGL-0019","log_lines":152734,"nodes":541},{"template_id":"BGL-0119","log_lines":63491,"nodes":22529}]</a:t>
            </a:r>
          </a:p>
          <a:p xmlns:a="http://schemas.openxmlformats.org/drawingml/2006/main">
            <a:r>
              <a:t>Priority BGL-0119 score 1.232753460178929, rank 1 in BGL:knoten. Do not infer an unseen TLB rank from a truncated top-five result.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functions also work through MCP. Assistants can discover seven read tools and three role prompts. Results have clear limits and SQL evidence. Claude connection instructions are included. The server makes no model calls.</a:t>
            </a:r>
          </a:p>
          <a:p xmlns:a="http://schemas.openxmlformats.org/drawingml/2006/main">
            <a:r>
              <a:t/>
            </a:r>
          </a:p>
          <a:p xmlns:a="http://schemas.openxmlformats.org/drawingml/2006/main">
            <a:r>
              <a:t>Sources: https://github.com/EreDem/Hackathon/blob/main/docs/evidence/worked-investigation.json</a:t>
            </a:r>
          </a:p>
          <a:p xmlns:a="http://schemas.openxmlformats.org/drawingml/2006/main">
            <a:r>
              <a:t>https://github.com/EreDem/Hackathon/blob/main/docs/evidence/mcp-protocol-check.json</a:t>
            </a:r>
          </a:p>
          <a:p xmlns:a="http://schemas.openxmlformats.org/drawingml/2006/main">
            <a:r>
              <a:t>Official SereneDB technical guidance and challenge brief, supplied by the team.</a:t>
            </a:r>
          </a:p>
          <a:p xmlns:a="http://schemas.openxmlformats.org/drawingml/2006/main">
            <a:r>
              <a:t>Data: historical BGL/OpenStack public challenge corpus. No measured customer savings. Sources and executed SQL are included in submission/evidence/presentation-evidence.json.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we propose a supervised pilot with an operations team. We want to reduce manual log lookup and improve handovers. We would compare time to a supported next action, answer quality and investigation cost with the current workflow. Customer savings still need validation.</a:t>
            </a:r>
          </a:p>
          <a:p xmlns:a="http://schemas.openxmlformats.org/drawingml/2006/main">
            <a:r>
              <a:t/>
            </a:r>
          </a:p>
          <a:p xmlns:a="http://schemas.openxmlformats.org/drawingml/2006/main">
            <a:r>
              <a:t>Sources: https://github.com/EreDem/Hackathon/blob/main/docs/evidence/worked-investigation.json</a:t>
            </a:r>
          </a:p>
          <a:p xmlns:a="http://schemas.openxmlformats.org/drawingml/2006/main">
            <a:r>
              <a:t>https://github.com/EreDem/Hackathon/blob/main/docs/evidence/mcp-protocol-check.json</a:t>
            </a:r>
          </a:p>
          <a:p xmlns:a="http://schemas.openxmlformats.org/drawingml/2006/main">
            <a:r>
              <a:t>Official SereneDB technical guidance and challenge brief, supplied by the team.</a:t>
            </a:r>
          </a:p>
          <a:p xmlns:a="http://schemas.openxmlformats.org/drawingml/2006/main">
            <a:r>
              <a:t>Data: historical BGL/OpenStack public challenge corpus. No measured customer savings. Sources and executed SQL are included in submission/evidence/presentation-evidence.json.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prototype uses historical public logs and fictional ownership. Event grouping and scores remain heuristics. People verify recommendations before acting. A customer pilot needs access controls and sensitive-data handling. Each role gets a supported next step, with evidence ready to inspect.</a:t>
            </a:r>
          </a:p>
          <a:p xmlns:a="http://schemas.openxmlformats.org/drawingml/2006/main">
            <a:r>
              <a:t/>
            </a:r>
          </a:p>
          <a:p xmlns:a="http://schemas.openxmlformats.org/drawingml/2006/main">
            <a:r>
              <a:t>Sources: https://github.com/EreDem/Hackathon/blob/main/docs/evidence/worked-investigation.json</a:t>
            </a:r>
          </a:p>
          <a:p xmlns:a="http://schemas.openxmlformats.org/drawingml/2006/main">
            <a:r>
              <a:t>https://github.com/EreDem/Hackathon/blob/main/docs/evidence/mcp-protocol-check.json</a:t>
            </a:r>
          </a:p>
          <a:p xmlns:a="http://schemas.openxmlformats.org/drawingml/2006/main">
            <a:r>
              <a:t>Official SereneDB technical guidance and challenge brief, supplied by the team.</a:t>
            </a:r>
          </a:p>
          <a:p xmlns:a="http://schemas.openxmlformats.org/drawingml/2006/main">
            <a:r>
              <a:t>Data: historical BGL/OpenStack public challenge corpus. No measured customer savings. Sources and executed SQL are included in submission/evidence/presentation-evidence.json.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Sources: https://github.com/EreDem/Hackathon/blob/main/docs/evidence/worked-investigation.json</a:t>
            </a:r>
          </a:p>
          <a:p xmlns:a="http://schemas.openxmlformats.org/drawingml/2006/main">
            <a:r>
              <a:t>https://github.com/EreDem/Hackathon/blob/main/docs/evidence/mcp-protocol-check.json</a:t>
            </a:r>
          </a:p>
          <a:p xmlns:a="http://schemas.openxmlformats.org/drawingml/2006/main">
            <a:r>
              <a:t>Official SereneDB technical guidance and challenge brief, supplied by the team.</a:t>
            </a:r>
          </a:p>
          <a:p xmlns:a="http://schemas.openxmlformats.org/drawingml/2006/main">
            <a:r>
              <a:t>Data: historical BGL/OpenStack public challenge corpus. No measured customer savings. Sources and executed SQL are included in submission/evidence/presentation-evidence.json.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Sources: https://github.com/EreDem/Hackathon/blob/main/docs/evidence/worked-investigation.json</a:t>
            </a:r>
          </a:p>
          <a:p xmlns:a="http://schemas.openxmlformats.org/drawingml/2006/main">
            <a:r>
              <a:t>https://github.com/EreDem/Hackathon/blob/main/docs/evidence/mcp-protocol-check.json</a:t>
            </a:r>
          </a:p>
          <a:p xmlns:a="http://schemas.openxmlformats.org/drawingml/2006/main">
            <a:r>
              <a:t>Official SereneDB technical guidance and challenge brief, supplied by the team.</a:t>
            </a:r>
          </a:p>
          <a:p xmlns:a="http://schemas.openxmlformats.org/drawingml/2006/main">
            <a:r>
              <a:t>Data: historical BGL/OpenStack public challenge corpus. No measured customer savings. Sources and executed SQL are included in submission/evidence/presentation-evidence.json.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32aa630e4642b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82570a615e474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d36c9942cee432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a487ceabad54a7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2f700956b664af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833ad0055d44fe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4AC2F3-4F48-46AD-AF76-E39BEA2A93F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07C4DFF-8A47-447B-BBC4-7250566408B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7D8B160-6C15-4B17-BD0A-6C0F10037B0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E3938F-1B44-4D3F-81E5-8C603E21F2F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8AC764B-1D75-4795-9EF6-B8BB23B7EA3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7AC3A52-BC7A-4D8A-8C7C-B25CFC5D63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274B76-5750-4A3B-BE77-0BE1EA9180C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B96FB13-8674-4B58-AC4A-12EEB33196A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623587-F8BC-4ED0-8FF5-2774CC9F5B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D9AAE2C-FA2A-491F-8A06-820CCD1D926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0bb8d16c384057" /><Relationship Type="http://schemas.openxmlformats.org/officeDocument/2006/relationships/slideLayout" Target="/ppt/slideLayouts/slideLayout1.xml" Id="Red725c3066ae4db8" /><Relationship Type="http://schemas.openxmlformats.org/officeDocument/2006/relationships/slideLayout" Target="/ppt/slideLayouts/slideLayout2.xml" Id="Rf0fb8ca0206e44fd" /><Relationship Type="http://schemas.openxmlformats.org/officeDocument/2006/relationships/slideLayout" Target="/ppt/slideLayouts/slideLayout3.xml" Id="R877df5e36b1d4eb8" /><Relationship Type="http://schemas.openxmlformats.org/officeDocument/2006/relationships/slideLayout" Target="/ppt/slideLayouts/slideLayout4.xml" Id="Rc1fd87c1abdc4b3b" /><Relationship Type="http://schemas.openxmlformats.org/officeDocument/2006/relationships/slideLayout" Target="/ppt/slideLayouts/slideLayout5.xml" Id="R9ab7a8e532044b83" /><Relationship Type="http://schemas.openxmlformats.org/officeDocument/2006/relationships/slideLayout" Target="/ppt/slideLayouts/slideLayout6.xml" Id="R4bd5036e3c0e471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725c3066ae4db8"/>
    <p:sldLayoutId xmlns:r="http://schemas.openxmlformats.org/officeDocument/2006/relationships" id="2147483650" r:id="Rf0fb8ca0206e44fd"/>
    <p:sldLayoutId xmlns:r="http://schemas.openxmlformats.org/officeDocument/2006/relationships" id="2147483651" r:id="R877df5e36b1d4eb8"/>
    <p:sldLayoutId xmlns:r="http://schemas.openxmlformats.org/officeDocument/2006/relationships" id="2147483652" r:id="Rc1fd87c1abdc4b3b"/>
    <p:sldLayoutId xmlns:r="http://schemas.openxmlformats.org/officeDocument/2006/relationships" id="2147483653" r:id="R9ab7a8e532044b83"/>
    <p:sldLayoutId xmlns:r="http://schemas.openxmlformats.org/officeDocument/2006/relationships" id="2147483654" r:id="R4bd5036e3c0e47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d0042630bb549a4" /><Relationship Type="http://schemas.openxmlformats.org/officeDocument/2006/relationships/notesSlide" Target="/ppt/notesSlides/notesSlide1.xml" Id="R1b5d24b6d67c40f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389a182b47f439d" /><Relationship Type="http://schemas.openxmlformats.org/officeDocument/2006/relationships/notesSlide" Target="/ppt/notesSlides/notesSlide2.xml" Id="R84dd11cb838341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1b660fc25ef4c61" /><Relationship Type="http://schemas.openxmlformats.org/officeDocument/2006/relationships/notesSlide" Target="/ppt/notesSlides/notesSlide3.xml" Id="R380aa21ab83f402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383b933104d4286" /><Relationship Type="http://schemas.openxmlformats.org/officeDocument/2006/relationships/chart" Target="/ppt/slides/charts/chart1.xml" Id="R844e3f8ebde642f2" /><Relationship Type="http://schemas.openxmlformats.org/officeDocument/2006/relationships/notesSlide" Target="/ppt/notesSlides/notesSlide4.xml" Id="R4880a7fe15ad4e3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5334d04d98f4646" /><Relationship Type="http://schemas.openxmlformats.org/officeDocument/2006/relationships/chart" Target="/ppt/slides/charts/chart2.xml" Id="R3a77613629864f7c" /><Relationship Type="http://schemas.openxmlformats.org/officeDocument/2006/relationships/chart" Target="/ppt/slides/charts/chart3.xml" Id="Ra03bf7cf47d743ce" /><Relationship Type="http://schemas.openxmlformats.org/officeDocument/2006/relationships/notesSlide" Target="/ppt/notesSlides/notesSlide5.xml" Id="R17dbca78f2ca4d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7c3ec9c083f479d" /><Relationship Type="http://schemas.openxmlformats.org/officeDocument/2006/relationships/notesSlide" Target="/ppt/notesSlides/notesSlide6.xml" Id="R7452f5e95ac345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41df04e22494321" /><Relationship Type="http://schemas.openxmlformats.org/officeDocument/2006/relationships/notesSlide" Target="/ppt/notesSlides/notesSlide7.xml" Id="Rab0b7636dba244f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f7aac17535a4577" /><Relationship Type="http://schemas.openxmlformats.org/officeDocument/2006/relationships/notesSlide" Target="/ppt/notesSlides/notesSlide8.xml" Id="Rb33320fcb2a74d7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6deac0d91e941a7" /><Relationship Type="http://schemas.openxmlformats.org/officeDocument/2006/relationships/notesSlide" Target="/ppt/notesSlides/notesSlide9.xml" Id="Rfcaf237733d442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4e48431ad594e59" /><Relationship Type="http://schemas.openxmlformats.org/officeDocument/2006/relationships/notesSlide" Target="/ppt/notesSlides/notesSlide10.xml" Id="Rbce53f7d7fdf4fd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a:solidFill>
                  <a:srgbClr val="15283E"/>
                </a:solidFill>
                <a:latin typeface="Segoe UI"/>
                <a:ea typeface="Segoe UI"/>
                <a:cs typeface="Segoe UI"/>
              </a:rPr>
              <a:t>BGL-0019 log lines per week</a:t>
            </a:r>
          </a:p>
        </c:rich>
      </c:tx>
      <c:overlay val="0"/>
      <c:txPr>
        <a:bodyPr xmlns:a="http://schemas.openxmlformats.org/drawingml/2006/main" anchorCtr="1"/>
        <a:lstStyle xmlns:a="http://schemas.openxmlformats.org/drawingml/2006/main"/>
        <a:p xmlns:a="http://schemas.openxmlformats.org/drawingml/2006/main">
          <a:pPr>
            <a:defRPr sz="1725">
              <a:solidFill>
                <a:srgbClr val="15283E"/>
              </a:solidFill>
              <a:latin typeface="Segoe UI"/>
              <a:ea typeface="Segoe UI"/>
              <a:cs typeface="Segoe UI"/>
            </a:defRPr>
          </a:pPr>
        </a:p>
      </c:txPr>
    </c:title>
    <c:plotArea>
      <c:lineChart>
        <c:grouping val="standard"/>
        <c:varyColors val="0"/>
        <c:ser>
          <c:idx val="0"/>
          <c:order val="0"/>
          <c:tx>
            <c:v>TLB error lines</c:v>
          </c:tx>
          <c:spPr>
            <a:ln xmlns:a="http://schemas.openxmlformats.org/drawingml/2006/main" w="28575">
              <a:solidFill>
                <a:srgbClr val="087F8C"/>
              </a:solidFill>
            </a:ln>
          </c:spPr>
          <c:marker>
            <c:symbol val="none"/>
          </c:marker>
          <c:cat>
            <c:strRef>
              <c:f>'Chart Data'!$A$2:$A$33</c:f>
              <c:strCache>
                <c:ptCount val="32"/>
                <c:pt idx="0">
                  <c:v>05-30</c:v>
                </c:pt>
                <c:pt idx="1">
                  <c:v>06-06</c:v>
                </c:pt>
                <c:pt idx="2">
                  <c:v>06-13</c:v>
                </c:pt>
                <c:pt idx="3">
                  <c:v>06-20</c:v>
                </c:pt>
                <c:pt idx="4">
                  <c:v>06-27</c:v>
                </c:pt>
                <c:pt idx="5">
                  <c:v>07-04</c:v>
                </c:pt>
                <c:pt idx="6">
                  <c:v>07-11</c:v>
                </c:pt>
                <c:pt idx="7">
                  <c:v>07-18</c:v>
                </c:pt>
                <c:pt idx="8">
                  <c:v>07-25</c:v>
                </c:pt>
                <c:pt idx="9">
                  <c:v>08-01</c:v>
                </c:pt>
                <c:pt idx="10">
                  <c:v>08-08</c:v>
                </c:pt>
                <c:pt idx="11">
                  <c:v>08-15</c:v>
                </c:pt>
                <c:pt idx="12">
                  <c:v>08-22</c:v>
                </c:pt>
                <c:pt idx="13">
                  <c:v>08-29</c:v>
                </c:pt>
                <c:pt idx="14">
                  <c:v>09-05</c:v>
                </c:pt>
                <c:pt idx="15">
                  <c:v>09-12</c:v>
                </c:pt>
                <c:pt idx="16">
                  <c:v>09-19</c:v>
                </c:pt>
                <c:pt idx="17">
                  <c:v>09-26</c:v>
                </c:pt>
                <c:pt idx="18">
                  <c:v>10-03</c:v>
                </c:pt>
                <c:pt idx="19">
                  <c:v>10-10</c:v>
                </c:pt>
                <c:pt idx="20">
                  <c:v>10-17</c:v>
                </c:pt>
                <c:pt idx="21">
                  <c:v>10-24</c:v>
                </c:pt>
                <c:pt idx="22">
                  <c:v>10-31</c:v>
                </c:pt>
                <c:pt idx="23">
                  <c:v>11-07</c:v>
                </c:pt>
                <c:pt idx="24">
                  <c:v>11-14</c:v>
                </c:pt>
                <c:pt idx="25">
                  <c:v>11-21</c:v>
                </c:pt>
                <c:pt idx="26">
                  <c:v>11-28</c:v>
                </c:pt>
                <c:pt idx="27">
                  <c:v>12-05</c:v>
                </c:pt>
                <c:pt idx="28">
                  <c:v>12-12</c:v>
                </c:pt>
                <c:pt idx="29">
                  <c:v>12-19</c:v>
                </c:pt>
                <c:pt idx="30">
                  <c:v>12-26</c:v>
                </c:pt>
                <c:pt idx="31">
                  <c:v>01-02</c:v>
                </c:pt>
              </c:strCache>
            </c:strRef>
          </c:cat>
          <c:val>
            <c:numRef>
              <c:f>'Chart Data'!$B$2:$B$33</c:f>
              <c:numCache>
                <c:formatCode>0,"k"</c:formatCode>
                <c:ptCount val="32"/>
                <c:pt idx="0">
                  <c:v>477</c:v>
                </c:pt>
                <c:pt idx="1">
                  <c:v>152182</c:v>
                </c:pt>
                <c:pt idx="2">
                  <c:v>0</c:v>
                </c:pt>
                <c:pt idx="3">
                  <c:v>0</c:v>
                </c:pt>
                <c:pt idx="4">
                  <c:v>0</c:v>
                </c:pt>
                <c:pt idx="5">
                  <c:v>0</c:v>
                </c:pt>
                <c:pt idx="6">
                  <c:v>1</c:v>
                </c:pt>
                <c:pt idx="7">
                  <c:v>30</c:v>
                </c:pt>
                <c:pt idx="8">
                  <c:v>0</c:v>
                </c:pt>
                <c:pt idx="9">
                  <c:v>0</c:v>
                </c:pt>
                <c:pt idx="10">
                  <c:v>0</c:v>
                </c:pt>
                <c:pt idx="11">
                  <c:v>29</c:v>
                </c:pt>
                <c:pt idx="12">
                  <c:v>4</c:v>
                </c:pt>
                <c:pt idx="13">
                  <c:v>0</c:v>
                </c:pt>
                <c:pt idx="14">
                  <c:v>0</c:v>
                </c:pt>
                <c:pt idx="15">
                  <c:v>0</c:v>
                </c:pt>
                <c:pt idx="16">
                  <c:v>0</c:v>
                </c:pt>
                <c:pt idx="17">
                  <c:v>0</c:v>
                </c:pt>
                <c:pt idx="18">
                  <c:v>0</c:v>
                </c:pt>
                <c:pt idx="19">
                  <c:v>0</c:v>
                </c:pt>
                <c:pt idx="20">
                  <c:v>0</c:v>
                </c:pt>
                <c:pt idx="21">
                  <c:v>0</c:v>
                </c:pt>
                <c:pt idx="22">
                  <c:v>0</c:v>
                </c:pt>
                <c:pt idx="23">
                  <c:v>0</c:v>
                </c:pt>
                <c:pt idx="24">
                  <c:v>0</c:v>
                </c:pt>
                <c:pt idx="25">
                  <c:v>1</c:v>
                </c:pt>
                <c:pt idx="26">
                  <c:v>10</c:v>
                </c:pt>
                <c:pt idx="27">
                  <c:v>0</c:v>
                </c:pt>
                <c:pt idx="28">
                  <c:v>0</c:v>
                </c:pt>
                <c:pt idx="29">
                  <c:v>0</c:v>
                </c:pt>
                <c:pt idx="30">
                  <c:v>0</c:v>
                </c:pt>
                <c:pt idx="31">
                  <c:v>0</c:v>
                </c:pt>
              </c:numCache>
            </c:numRef>
          </c:val>
          <c:smooth val="0"/>
        </c:ser>
        <c:dLbls>
          <c:txPr>
            <a:bodyPr xmlns:a="http://schemas.openxmlformats.org/drawingml/2006/main" anchorCtr="1"/>
            <a:lstStyle xmlns:a="http://schemas.openxmlformats.org/drawingml/2006/main"/>
            <a:p xmlns:a="http://schemas.openxmlformats.org/drawingml/2006/main">
              <a:pPr>
                <a:defRPr>
                  <a:latin typeface="Segoe UI"/>
                  <a:ea typeface="Segoe UI"/>
                  <a:cs typeface="Segoe U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173"/>
                </a:solidFill>
                <a:latin typeface="Segoe UI"/>
                <a:ea typeface="Segoe UI"/>
                <a:cs typeface="Segoe UI"/>
              </a:defRPr>
            </a:pPr>
          </a:p>
        </c:txPr>
        <c:crossAx val="48672768"/>
      </c:catAx>
      <c:valAx>
        <c:axId val="48672768"/>
        <c:scaling>
          <c:orientation val="minMax"/>
          <c:max val="160000"/>
          <c:min val="0"/>
        </c:scaling>
        <c:delete val="0"/>
        <c:axPos val="l"/>
        <c:majorGridlines>
          <c:spPr>
            <a:ln xmlns:a="http://schemas.openxmlformats.org/drawingml/2006/main" w="9525">
              <a:solidFill>
                <a:srgbClr val="DDE7EA"/>
              </a:solidFill>
            </a:ln>
          </c:spPr>
        </c:majorGridlines>
        <c:numFmt formatCode="0,&quot;k&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173"/>
                </a:solidFill>
                <a:latin typeface="Segoe UI"/>
                <a:ea typeface="Segoe UI"/>
                <a:cs typeface="Segoe UI"/>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a:solidFill>
                  <a:srgbClr val="15283E"/>
                </a:solidFill>
                <a:latin typeface="Segoe UI"/>
                <a:ea typeface="Segoe UI"/>
                <a:cs typeface="Segoe UI"/>
              </a:rPr>
              <a:t>Matching log lines</a:t>
            </a:r>
          </a:p>
        </c:rich>
      </c:tx>
      <c:overlay val="0"/>
      <c:txPr>
        <a:bodyPr xmlns:a="http://schemas.openxmlformats.org/drawingml/2006/main" anchorCtr="1"/>
        <a:lstStyle xmlns:a="http://schemas.openxmlformats.org/drawingml/2006/main"/>
        <a:p xmlns:a="http://schemas.openxmlformats.org/drawingml/2006/main">
          <a:pPr>
            <a:defRPr sz="2025">
              <a:solidFill>
                <a:srgbClr val="15283E"/>
              </a:solidFill>
              <a:latin typeface="Segoe UI"/>
              <a:ea typeface="Segoe UI"/>
              <a:cs typeface="Segoe UI"/>
            </a:defRPr>
          </a:pPr>
        </a:p>
      </c:txPr>
    </c:title>
    <c:plotArea>
      <c:barChart>
        <c:barDir val="bar"/>
        <c:grouping val="clustered"/>
        <c:varyColors val="0"/>
        <c:ser>
          <c:idx val="0"/>
          <c:order val="0"/>
          <c:tx>
            <c:v>Log lines</c:v>
          </c:tx>
          <c:spPr>
            <a:solidFill xmlns:a="http://schemas.openxmlformats.org/drawingml/2006/main">
              <a:srgbClr val="087F8C"/>
            </a:solidFill>
          </c:spPr>
          <c:invertIfNegative val="0"/>
          <c:cat>
            <c:strRef>
              <c:f>'Chart Data'!$A$2:$A$3</c:f>
              <c:strCache>
                <c:ptCount val="2"/>
                <c:pt idx="0">
                  <c:v>TLB error</c:v>
                </c:pt>
                <c:pt idx="1">
                  <c:v>Storage interrupt</c:v>
                </c:pt>
              </c:strCache>
            </c:strRef>
          </c:cat>
          <c:val>
            <c:numRef>
              <c:f>'Chart Data'!$B$2:$B$3</c:f>
              <c:numCache>
                <c:formatCode>#,##0</c:formatCode>
                <c:ptCount val="2"/>
                <c:pt idx="0">
                  <c:v>152734</c:v>
                </c:pt>
                <c:pt idx="1">
                  <c:v>63491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75" b="1">
                  <a:solidFill>
                    <a:srgbClr val="15283E"/>
                  </a:solidFill>
                  <a:latin typeface="Segoe UI"/>
                  <a:ea typeface="Segoe UI"/>
                  <a:cs typeface="Segoe UI"/>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526173"/>
                </a:solidFill>
                <a:latin typeface="Segoe UI"/>
                <a:ea typeface="Segoe UI"/>
                <a:cs typeface="Segoe UI"/>
              </a:defRPr>
            </a:pPr>
          </a:p>
        </c:txPr>
        <c:crossAx val="48672768"/>
      </c:catAx>
      <c:valAx>
        <c:axId val="48672768"/>
        <c:scaling>
          <c:orientation val="minMax"/>
          <c:max val="185000"/>
          <c:min val="0"/>
        </c:scaling>
        <c:delete val="0"/>
        <c:axPos val="b"/>
        <c:majorGridlines>
          <c:spPr>
            <a:ln xmlns:a="http://schemas.openxmlformats.org/drawingml/2006/main" w="9525">
              <a:solidFill>
                <a:srgbClr val="E0E8EC"/>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26173"/>
                </a:solidFill>
                <a:latin typeface="Segoe UI"/>
                <a:ea typeface="Segoe UI"/>
                <a:cs typeface="Segoe UI"/>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a:solidFill>
                  <a:srgbClr val="15283E"/>
                </a:solidFill>
                <a:latin typeface="Segoe UI"/>
                <a:ea typeface="Segoe UI"/>
                <a:cs typeface="Segoe UI"/>
              </a:rPr>
              <a:t>Distinct observed nodes</a:t>
            </a:r>
          </a:p>
        </c:rich>
      </c:tx>
      <c:overlay val="0"/>
      <c:txPr>
        <a:bodyPr xmlns:a="http://schemas.openxmlformats.org/drawingml/2006/main" anchorCtr="1"/>
        <a:lstStyle xmlns:a="http://schemas.openxmlformats.org/drawingml/2006/main"/>
        <a:p xmlns:a="http://schemas.openxmlformats.org/drawingml/2006/main">
          <a:pPr>
            <a:defRPr sz="2025">
              <a:solidFill>
                <a:srgbClr val="15283E"/>
              </a:solidFill>
              <a:latin typeface="Segoe UI"/>
              <a:ea typeface="Segoe UI"/>
              <a:cs typeface="Segoe UI"/>
            </a:defRPr>
          </a:pPr>
        </a:p>
      </c:txPr>
    </c:title>
    <c:plotArea>
      <c:barChart>
        <c:barDir val="bar"/>
        <c:grouping val="clustered"/>
        <c:varyColors val="0"/>
        <c:ser>
          <c:idx val="0"/>
          <c:order val="0"/>
          <c:tx>
            <c:v>Observed nodes</c:v>
          </c:tx>
          <c:spPr>
            <a:solidFill xmlns:a="http://schemas.openxmlformats.org/drawingml/2006/main">
              <a:srgbClr val="B67F24"/>
            </a:solidFill>
          </c:spPr>
          <c:invertIfNegative val="0"/>
          <c:cat>
            <c:strRef>
              <c:f>'Chart Data'!$A$2:$A$3</c:f>
              <c:strCache>
                <c:ptCount val="2"/>
                <c:pt idx="0">
                  <c:v>TLB error</c:v>
                </c:pt>
                <c:pt idx="1">
                  <c:v>Storage interrupt</c:v>
                </c:pt>
              </c:strCache>
            </c:strRef>
          </c:cat>
          <c:val>
            <c:numRef>
              <c:f>'Chart Data'!$B$2:$B$3</c:f>
              <c:numCache>
                <c:formatCode>#,##0</c:formatCode>
                <c:ptCount val="2"/>
                <c:pt idx="0">
                  <c:v>541</c:v>
                </c:pt>
                <c:pt idx="1">
                  <c:v>22529</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75" b="1">
                  <a:solidFill>
                    <a:srgbClr val="15283E"/>
                  </a:solidFill>
                  <a:latin typeface="Segoe UI"/>
                  <a:ea typeface="Segoe UI"/>
                  <a:cs typeface="Segoe UI"/>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526173"/>
                </a:solidFill>
                <a:latin typeface="Segoe UI"/>
                <a:ea typeface="Segoe UI"/>
                <a:cs typeface="Segoe UI"/>
              </a:defRPr>
            </a:pPr>
          </a:p>
        </c:txPr>
        <c:crossAx val="48672768"/>
      </c:catAx>
      <c:valAx>
        <c:axId val="48672768"/>
        <c:scaling>
          <c:orientation val="minMax"/>
          <c:max val="28000"/>
          <c:min val="0"/>
        </c:scaling>
        <c:delete val="0"/>
        <c:axPos val="b"/>
        <c:majorGridlines>
          <c:spPr>
            <a:ln xmlns:a="http://schemas.openxmlformats.org/drawingml/2006/main" w="9525">
              <a:solidFill>
                <a:srgbClr val="E0E8EC"/>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26173"/>
                </a:solidFill>
                <a:latin typeface="Segoe UI"/>
                <a:ea typeface="Segoe UI"/>
                <a:cs typeface="Segoe UI"/>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E30"/>
        </a:solidFill>
      </p:bgPr>
    </p:bg>
    <p:spTree>
      <p:nvGrpSpPr>
        <p:cNvPr id="1" name=""/>
        <p:cNvGrpSpPr/>
        <p:nvPr/>
      </p:nvGrpSpPr>
      <p:grpSpPr>
        <a:xfrm xmlns:a="http://schemas.openxmlformats.org/drawingml/2006/main"/>
      </p:grpSpPr>
      <p:sp>
        <p:nvSpPr>
          <p:cNvPr id="7" name="schubKI National AI Hackathon 2026  /  SereneDB Challen">
            <a:extLst xmlns:a="http://schemas.openxmlformats.org/drawingml/2006/main">
              <a:ext uri="{FF2B5EF4-FFF2-40B4-BE49-F238E27FC236}">
                <a16:creationId xmlns:a16="http://schemas.microsoft.com/office/drawing/2014/main" id="{F5752300-4245-4B1B-9BD0-D12B37A137E7}"/>
              </a:ext>
            </a:extLst>
          </p:cNvPr>
          <p:cNvSpPr>
            <a:spLocks xmlns:a="http://schemas.openxmlformats.org/drawingml/2006/main" noGrp="1"/>
          </p:cNvSpPr>
          <p:nvPr/>
        </p:nvSpPr>
        <p:spPr>
          <a:xfrm xmlns:a="http://schemas.openxmlformats.org/drawingml/2006/main">
            <a:off x="609600" y="630555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C8D6DF"/>
                </a:solidFill>
                <a:latin typeface="Segoe UI"/>
                <a:ea typeface="Segoe UI"/>
                <a:cs typeface="Segoe UI"/>
              </a:defRPr>
            </a:defPPr>
            <a:lvl1pPr>
              <a:defRPr sz="1050" b="0">
                <a:solidFill>
                  <a:srgbClr val="C8D6DF"/>
                </a:solidFill>
                <a:latin typeface="Segoe UI"/>
                <a:ea typeface="Segoe UI"/>
                <a:cs typeface="Segoe UI"/>
              </a:defRPr>
            </a:lvl1pPr>
            <a:lvl2pPr>
              <a:defRPr sz="1050" b="0">
                <a:solidFill>
                  <a:srgbClr val="C8D6DF"/>
                </a:solidFill>
                <a:latin typeface="Segoe UI"/>
                <a:ea typeface="Segoe UI"/>
                <a:cs typeface="Segoe UI"/>
              </a:defRPr>
            </a:lvl2pPr>
            <a:lvl3pPr>
              <a:defRPr sz="1050" b="0">
                <a:solidFill>
                  <a:srgbClr val="C8D6DF"/>
                </a:solidFill>
                <a:latin typeface="Segoe UI"/>
                <a:ea typeface="Segoe UI"/>
                <a:cs typeface="Segoe UI"/>
              </a:defRPr>
            </a:lvl3pPr>
            <a:lvl4pPr>
              <a:defRPr sz="1050" b="0">
                <a:solidFill>
                  <a:srgbClr val="C8D6DF"/>
                </a:solidFill>
                <a:latin typeface="Segoe UI"/>
                <a:ea typeface="Segoe UI"/>
                <a:cs typeface="Segoe UI"/>
              </a:defRPr>
            </a:lvl4pPr>
            <a:lvl5pPr>
              <a:defRPr sz="1050" b="0">
                <a:solidFill>
                  <a:srgbClr val="C8D6DF"/>
                </a:solidFill>
                <a:latin typeface="Segoe UI"/>
                <a:ea typeface="Segoe UI"/>
                <a:cs typeface="Segoe UI"/>
              </a:defRPr>
            </a:lvl5pPr>
            <a:lvl6pPr>
              <a:defRPr sz="1050" b="0">
                <a:solidFill>
                  <a:srgbClr val="C8D6DF"/>
                </a:solidFill>
                <a:latin typeface="Segoe UI"/>
                <a:ea typeface="Segoe UI"/>
                <a:cs typeface="Segoe UI"/>
              </a:defRPr>
            </a:lvl6pPr>
            <a:lvl7pPr>
              <a:defRPr sz="1050" b="0">
                <a:solidFill>
                  <a:srgbClr val="C8D6DF"/>
                </a:solidFill>
                <a:latin typeface="Segoe UI"/>
                <a:ea typeface="Segoe UI"/>
                <a:cs typeface="Segoe UI"/>
              </a:defRPr>
            </a:lvl7pPr>
            <a:lvl8pPr>
              <a:defRPr sz="1050" b="0">
                <a:solidFill>
                  <a:srgbClr val="C8D6DF"/>
                </a:solidFill>
                <a:latin typeface="Segoe UI"/>
                <a:ea typeface="Segoe UI"/>
                <a:cs typeface="Segoe UI"/>
              </a:defRPr>
            </a:lvl8pPr>
            <a:lvl9pPr>
              <a:defRPr sz="1050" b="0">
                <a:solidFill>
                  <a:srgbClr val="C8D6DF"/>
                </a:solidFill>
                <a:latin typeface="Segoe UI"/>
                <a:ea typeface="Segoe UI"/>
                <a:cs typeface="Segoe UI"/>
              </a:defRPr>
            </a:lvl9pPr>
          </a:lstStyle>
          <a:p xmlns:a="http://schemas.openxmlformats.org/drawingml/2006/main">
            <a:pPr>
              <a:defRPr sz="1050" b="0">
                <a:solidFill>
                  <a:srgbClr val="C8D6DF"/>
                </a:solidFill>
                <a:latin typeface="Segoe UI"/>
                <a:ea typeface="Segoe UI"/>
                <a:cs typeface="Segoe UI"/>
              </a:defRPr>
            </a:pPr>
            <a:r>
              <a:rPr sz="1050" b="0">
                <a:solidFill>
                  <a:srgbClr val="C8D6DF"/>
                </a:solidFill>
                <a:latin typeface="Segoe UI"/>
                <a:ea typeface="Segoe UI"/>
                <a:cs typeface="Segoe UI"/>
              </a:rPr>
              <a:t>schubKI National AI Hackathon 2026  /  SereneDB Challenge 04</a:t>
            </a:r>
          </a:p>
        </p:txBody>
      </p:sp>
      <p:sp>
        <p:nvSpPr>
          <p:cNvPr id="2" name="01">
            <a:extLst xmlns:a="http://schemas.openxmlformats.org/drawingml/2006/main">
              <a:ext uri="{FF2B5EF4-FFF2-40B4-BE49-F238E27FC236}">
                <a16:creationId xmlns:a16="http://schemas.microsoft.com/office/drawing/2014/main" id="{7B0BED7B-140D-4B34-9F99-88E3E42395DB}"/>
              </a:ext>
            </a:extLst>
          </p:cNvPr>
          <p:cNvSpPr>
            <a:spLocks xmlns:a="http://schemas.openxmlformats.org/drawingml/2006/main" noGrp="1"/>
          </p:cNvSpPr>
          <p:nvPr/>
        </p:nvSpPr>
        <p:spPr>
          <a:xfrm xmlns:a="http://schemas.openxmlformats.org/drawingml/2006/main">
            <a:off x="11125200" y="63246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C8D6DF"/>
                </a:solidFill>
                <a:latin typeface="Segoe UI"/>
                <a:ea typeface="Segoe UI"/>
                <a:cs typeface="Segoe UI"/>
              </a:defRPr>
            </a:defPPr>
            <a:lvl1pPr>
              <a:defRPr sz="1125" b="0">
                <a:solidFill>
                  <a:srgbClr val="C8D6DF"/>
                </a:solidFill>
                <a:latin typeface="Segoe UI"/>
                <a:ea typeface="Segoe UI"/>
                <a:cs typeface="Segoe UI"/>
              </a:defRPr>
            </a:lvl1pPr>
            <a:lvl2pPr>
              <a:defRPr sz="1125" b="0">
                <a:solidFill>
                  <a:srgbClr val="C8D6DF"/>
                </a:solidFill>
                <a:latin typeface="Segoe UI"/>
                <a:ea typeface="Segoe UI"/>
                <a:cs typeface="Segoe UI"/>
              </a:defRPr>
            </a:lvl2pPr>
            <a:lvl3pPr>
              <a:defRPr sz="1125" b="0">
                <a:solidFill>
                  <a:srgbClr val="C8D6DF"/>
                </a:solidFill>
                <a:latin typeface="Segoe UI"/>
                <a:ea typeface="Segoe UI"/>
                <a:cs typeface="Segoe UI"/>
              </a:defRPr>
            </a:lvl3pPr>
            <a:lvl4pPr>
              <a:defRPr sz="1125" b="0">
                <a:solidFill>
                  <a:srgbClr val="C8D6DF"/>
                </a:solidFill>
                <a:latin typeface="Segoe UI"/>
                <a:ea typeface="Segoe UI"/>
                <a:cs typeface="Segoe UI"/>
              </a:defRPr>
            </a:lvl4pPr>
            <a:lvl5pPr>
              <a:defRPr sz="1125" b="0">
                <a:solidFill>
                  <a:srgbClr val="C8D6DF"/>
                </a:solidFill>
                <a:latin typeface="Segoe UI"/>
                <a:ea typeface="Segoe UI"/>
                <a:cs typeface="Segoe UI"/>
              </a:defRPr>
            </a:lvl5pPr>
            <a:lvl6pPr>
              <a:defRPr sz="1125" b="0">
                <a:solidFill>
                  <a:srgbClr val="C8D6DF"/>
                </a:solidFill>
                <a:latin typeface="Segoe UI"/>
                <a:ea typeface="Segoe UI"/>
                <a:cs typeface="Segoe UI"/>
              </a:defRPr>
            </a:lvl6pPr>
            <a:lvl7pPr>
              <a:defRPr sz="1125" b="0">
                <a:solidFill>
                  <a:srgbClr val="C8D6DF"/>
                </a:solidFill>
                <a:latin typeface="Segoe UI"/>
                <a:ea typeface="Segoe UI"/>
                <a:cs typeface="Segoe UI"/>
              </a:defRPr>
            </a:lvl7pPr>
            <a:lvl8pPr>
              <a:defRPr sz="1125" b="0">
                <a:solidFill>
                  <a:srgbClr val="C8D6DF"/>
                </a:solidFill>
                <a:latin typeface="Segoe UI"/>
                <a:ea typeface="Segoe UI"/>
                <a:cs typeface="Segoe UI"/>
              </a:defRPr>
            </a:lvl8pPr>
            <a:lvl9pPr>
              <a:defRPr sz="1125" b="0">
                <a:solidFill>
                  <a:srgbClr val="C8D6DF"/>
                </a:solidFill>
                <a:latin typeface="Segoe UI"/>
                <a:ea typeface="Segoe UI"/>
                <a:cs typeface="Segoe UI"/>
              </a:defRPr>
            </a:lvl9pPr>
          </a:lstStyle>
          <a:p xmlns:a="http://schemas.openxmlformats.org/drawingml/2006/main">
            <a:pPr>
              <a:defRPr sz="1125" b="0">
                <a:solidFill>
                  <a:srgbClr val="C8D6DF"/>
                </a:solidFill>
                <a:latin typeface="Segoe UI"/>
                <a:ea typeface="Segoe UI"/>
                <a:cs typeface="Segoe UI"/>
              </a:defRPr>
            </a:pPr>
            <a:r>
              <a:rPr sz="1125" b="0">
                <a:solidFill>
                  <a:srgbClr val="C8D6DF"/>
                </a:solidFill>
                <a:latin typeface="Segoe UI"/>
                <a:ea typeface="Segoe UI"/>
                <a:cs typeface="Segoe UI"/>
              </a:rPr>
              <a:t>01</a:t>
            </a:r>
          </a:p>
        </p:txBody>
      </p:sp>
      <p:sp>
        <p:nvSpPr>
          <p:cNvPr id="3" name="Log Observatory">
            <a:extLst xmlns:a="http://schemas.openxmlformats.org/drawingml/2006/main">
              <a:ext uri="{FF2B5EF4-FFF2-40B4-BE49-F238E27FC236}">
                <a16:creationId xmlns:a16="http://schemas.microsoft.com/office/drawing/2014/main" id="{B2FECD9E-5CB1-43E4-831E-701A31FB81D6}"/>
              </a:ext>
            </a:extLst>
          </p:cNvPr>
          <p:cNvSpPr>
            <a:spLocks xmlns:a="http://schemas.openxmlformats.org/drawingml/2006/main" noGrp="1"/>
          </p:cNvSpPr>
          <p:nvPr/>
        </p:nvSpPr>
        <p:spPr>
          <a:xfrm xmlns:a="http://schemas.openxmlformats.org/drawingml/2006/main">
            <a:off x="609600" y="1285875"/>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850" b="1">
                <a:solidFill>
                  <a:srgbClr val="FFFFFF"/>
                </a:solidFill>
                <a:latin typeface="Segoe UI"/>
                <a:ea typeface="Segoe UI"/>
                <a:cs typeface="Segoe UI"/>
              </a:defRPr>
            </a:defPPr>
            <a:lvl1pPr>
              <a:defRPr sz="5850" b="1">
                <a:solidFill>
                  <a:srgbClr val="FFFFFF"/>
                </a:solidFill>
                <a:latin typeface="Segoe UI"/>
                <a:ea typeface="Segoe UI"/>
                <a:cs typeface="Segoe UI"/>
              </a:defRPr>
            </a:lvl1pPr>
            <a:lvl2pPr>
              <a:defRPr sz="5850" b="1">
                <a:solidFill>
                  <a:srgbClr val="FFFFFF"/>
                </a:solidFill>
                <a:latin typeface="Segoe UI"/>
                <a:ea typeface="Segoe UI"/>
                <a:cs typeface="Segoe UI"/>
              </a:defRPr>
            </a:lvl2pPr>
            <a:lvl3pPr>
              <a:defRPr sz="5850" b="1">
                <a:solidFill>
                  <a:srgbClr val="FFFFFF"/>
                </a:solidFill>
                <a:latin typeface="Segoe UI"/>
                <a:ea typeface="Segoe UI"/>
                <a:cs typeface="Segoe UI"/>
              </a:defRPr>
            </a:lvl3pPr>
            <a:lvl4pPr>
              <a:defRPr sz="5850" b="1">
                <a:solidFill>
                  <a:srgbClr val="FFFFFF"/>
                </a:solidFill>
                <a:latin typeface="Segoe UI"/>
                <a:ea typeface="Segoe UI"/>
                <a:cs typeface="Segoe UI"/>
              </a:defRPr>
            </a:lvl4pPr>
            <a:lvl5pPr>
              <a:defRPr sz="5850" b="1">
                <a:solidFill>
                  <a:srgbClr val="FFFFFF"/>
                </a:solidFill>
                <a:latin typeface="Segoe UI"/>
                <a:ea typeface="Segoe UI"/>
                <a:cs typeface="Segoe UI"/>
              </a:defRPr>
            </a:lvl5pPr>
            <a:lvl6pPr>
              <a:defRPr sz="5850" b="1">
                <a:solidFill>
                  <a:srgbClr val="FFFFFF"/>
                </a:solidFill>
                <a:latin typeface="Segoe UI"/>
                <a:ea typeface="Segoe UI"/>
                <a:cs typeface="Segoe UI"/>
              </a:defRPr>
            </a:lvl6pPr>
            <a:lvl7pPr>
              <a:defRPr sz="5850" b="1">
                <a:solidFill>
                  <a:srgbClr val="FFFFFF"/>
                </a:solidFill>
                <a:latin typeface="Segoe UI"/>
                <a:ea typeface="Segoe UI"/>
                <a:cs typeface="Segoe UI"/>
              </a:defRPr>
            </a:lvl7pPr>
            <a:lvl8pPr>
              <a:defRPr sz="5850" b="1">
                <a:solidFill>
                  <a:srgbClr val="FFFFFF"/>
                </a:solidFill>
                <a:latin typeface="Segoe UI"/>
                <a:ea typeface="Segoe UI"/>
                <a:cs typeface="Segoe UI"/>
              </a:defRPr>
            </a:lvl8pPr>
            <a:lvl9pPr>
              <a:defRPr sz="5850" b="1">
                <a:solidFill>
                  <a:srgbClr val="FFFFFF"/>
                </a:solidFill>
                <a:latin typeface="Segoe UI"/>
                <a:ea typeface="Segoe UI"/>
                <a:cs typeface="Segoe UI"/>
              </a:defRPr>
            </a:lvl9pPr>
          </a:lstStyle>
          <a:p xmlns:a="http://schemas.openxmlformats.org/drawingml/2006/main">
            <a:pPr>
              <a:defRPr sz="5850" b="1">
                <a:solidFill>
                  <a:srgbClr val="FFFFFF"/>
                </a:solidFill>
                <a:latin typeface="Segoe UI"/>
                <a:ea typeface="Segoe UI"/>
                <a:cs typeface="Segoe UI"/>
              </a:defRPr>
            </a:pPr>
            <a:r>
              <a:rPr sz="5850" b="1">
                <a:solidFill>
                  <a:srgbClr val="FFFFFF"/>
                </a:solidFill>
                <a:latin typeface="Segoe UI"/>
                <a:ea typeface="Segoe UI"/>
                <a:cs typeface="Segoe UI"/>
              </a:rPr>
              <a:t>Log Observatory</a:t>
            </a:r>
          </a:p>
        </p:txBody>
      </p:sp>
      <p:sp>
        <p:nvSpPr>
          <p:cNvPr id="4" name="A supported next step&#10;for every operations role">
            <a:extLst xmlns:a="http://schemas.openxmlformats.org/drawingml/2006/main">
              <a:ext uri="{FF2B5EF4-FFF2-40B4-BE49-F238E27FC236}">
                <a16:creationId xmlns:a16="http://schemas.microsoft.com/office/drawing/2014/main" id="{1D1F9071-BC87-4627-9EE4-BF4A6145EF9C}"/>
              </a:ext>
            </a:extLst>
          </p:cNvPr>
          <p:cNvSpPr>
            <a:spLocks xmlns:a="http://schemas.openxmlformats.org/drawingml/2006/main" noGrp="1"/>
          </p:cNvSpPr>
          <p:nvPr/>
        </p:nvSpPr>
        <p:spPr>
          <a:xfrm xmlns:a="http://schemas.openxmlformats.org/drawingml/2006/main">
            <a:off x="647700" y="2609850"/>
            <a:ext cx="102870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0">
                <a:solidFill>
                  <a:srgbClr val="71E1CC"/>
                </a:solidFill>
                <a:latin typeface="Segoe UI"/>
                <a:ea typeface="Segoe UI"/>
                <a:cs typeface="Segoe UI"/>
              </a:defRPr>
            </a:defPPr>
            <a:lvl1pPr>
              <a:defRPr sz="3225" b="0">
                <a:solidFill>
                  <a:srgbClr val="71E1CC"/>
                </a:solidFill>
                <a:latin typeface="Segoe UI"/>
                <a:ea typeface="Segoe UI"/>
                <a:cs typeface="Segoe UI"/>
              </a:defRPr>
            </a:lvl1pPr>
            <a:lvl2pPr>
              <a:defRPr sz="3225" b="0">
                <a:solidFill>
                  <a:srgbClr val="71E1CC"/>
                </a:solidFill>
                <a:latin typeface="Segoe UI"/>
                <a:ea typeface="Segoe UI"/>
                <a:cs typeface="Segoe UI"/>
              </a:defRPr>
            </a:lvl2pPr>
            <a:lvl3pPr>
              <a:defRPr sz="3225" b="0">
                <a:solidFill>
                  <a:srgbClr val="71E1CC"/>
                </a:solidFill>
                <a:latin typeface="Segoe UI"/>
                <a:ea typeface="Segoe UI"/>
                <a:cs typeface="Segoe UI"/>
              </a:defRPr>
            </a:lvl3pPr>
            <a:lvl4pPr>
              <a:defRPr sz="3225" b="0">
                <a:solidFill>
                  <a:srgbClr val="71E1CC"/>
                </a:solidFill>
                <a:latin typeface="Segoe UI"/>
                <a:ea typeface="Segoe UI"/>
                <a:cs typeface="Segoe UI"/>
              </a:defRPr>
            </a:lvl4pPr>
            <a:lvl5pPr>
              <a:defRPr sz="3225" b="0">
                <a:solidFill>
                  <a:srgbClr val="71E1CC"/>
                </a:solidFill>
                <a:latin typeface="Segoe UI"/>
                <a:ea typeface="Segoe UI"/>
                <a:cs typeface="Segoe UI"/>
              </a:defRPr>
            </a:lvl5pPr>
            <a:lvl6pPr>
              <a:defRPr sz="3225" b="0">
                <a:solidFill>
                  <a:srgbClr val="71E1CC"/>
                </a:solidFill>
                <a:latin typeface="Segoe UI"/>
                <a:ea typeface="Segoe UI"/>
                <a:cs typeface="Segoe UI"/>
              </a:defRPr>
            </a:lvl6pPr>
            <a:lvl7pPr>
              <a:defRPr sz="3225" b="0">
                <a:solidFill>
                  <a:srgbClr val="71E1CC"/>
                </a:solidFill>
                <a:latin typeface="Segoe UI"/>
                <a:ea typeface="Segoe UI"/>
                <a:cs typeface="Segoe UI"/>
              </a:defRPr>
            </a:lvl7pPr>
            <a:lvl8pPr>
              <a:defRPr sz="3225" b="0">
                <a:solidFill>
                  <a:srgbClr val="71E1CC"/>
                </a:solidFill>
                <a:latin typeface="Segoe UI"/>
                <a:ea typeface="Segoe UI"/>
                <a:cs typeface="Segoe UI"/>
              </a:defRPr>
            </a:lvl8pPr>
            <a:lvl9pPr>
              <a:defRPr sz="3225" b="0">
                <a:solidFill>
                  <a:srgbClr val="71E1CC"/>
                </a:solidFill>
                <a:latin typeface="Segoe UI"/>
                <a:ea typeface="Segoe UI"/>
                <a:cs typeface="Segoe UI"/>
              </a:defRPr>
            </a:lvl9pPr>
          </a:lstStyle>
          <a:p xmlns:a="http://schemas.openxmlformats.org/drawingml/2006/main">
            <a:pPr>
              <a:defRPr sz="3225" b="0">
                <a:solidFill>
                  <a:srgbClr val="71E1CC"/>
                </a:solidFill>
                <a:latin typeface="Segoe UI"/>
                <a:ea typeface="Segoe UI"/>
                <a:cs typeface="Segoe UI"/>
              </a:defRPr>
            </a:pPr>
            <a:r>
              <a:rPr sz="3225" b="0">
                <a:solidFill>
                  <a:srgbClr val="71E1CC"/>
                </a:solidFill>
                <a:latin typeface="Segoe UI"/>
                <a:ea typeface="Segoe UI"/>
                <a:cs typeface="Segoe UI"/>
              </a:rPr>
              <a:t>A supported next step</a:t>
            </a:r>
          </a:p>
          <a:p xmlns:a="http://schemas.openxmlformats.org/drawingml/2006/main">
            <a:pPr>
              <a:defRPr sz="3225" b="0">
                <a:solidFill>
                  <a:srgbClr val="71E1CC"/>
                </a:solidFill>
                <a:latin typeface="Segoe UI"/>
                <a:ea typeface="Segoe UI"/>
                <a:cs typeface="Segoe UI"/>
              </a:defRPr>
            </a:pPr>
            <a:r>
              <a:rPr sz="3225" b="0">
                <a:solidFill>
                  <a:srgbClr val="71E1CC"/>
                </a:solidFill>
                <a:latin typeface="Segoe UI"/>
                <a:ea typeface="Segoe UI"/>
                <a:cs typeface="Segoe UI"/>
              </a:rPr>
              <a:t>for every operations role</a:t>
            </a:r>
          </a:p>
        </p:txBody>
      </p:sp>
      <p:sp>
        <p:nvSpPr>
          <p:cNvPr id="5" name="Nearly 5 million real log lines. Search, SQL evidence a">
            <a:extLst xmlns:a="http://schemas.openxmlformats.org/drawingml/2006/main">
              <a:ext uri="{FF2B5EF4-FFF2-40B4-BE49-F238E27FC236}">
                <a16:creationId xmlns:a16="http://schemas.microsoft.com/office/drawing/2014/main" id="{912F3041-1B78-4DA9-BACE-8F6340FF9527}"/>
              </a:ext>
            </a:extLst>
          </p:cNvPr>
          <p:cNvSpPr>
            <a:spLocks xmlns:a="http://schemas.openxmlformats.org/drawingml/2006/main" noGrp="1"/>
          </p:cNvSpPr>
          <p:nvPr/>
        </p:nvSpPr>
        <p:spPr>
          <a:xfrm xmlns:a="http://schemas.openxmlformats.org/drawingml/2006/main">
            <a:off x="647700" y="44767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3DFE7"/>
                </a:solidFill>
                <a:latin typeface="Segoe UI"/>
                <a:ea typeface="Segoe UI"/>
                <a:cs typeface="Segoe UI"/>
              </a:defRPr>
            </a:defPPr>
            <a:lvl1pPr>
              <a:defRPr sz="2100" b="0">
                <a:solidFill>
                  <a:srgbClr val="D3DFE7"/>
                </a:solidFill>
                <a:latin typeface="Segoe UI"/>
                <a:ea typeface="Segoe UI"/>
                <a:cs typeface="Segoe UI"/>
              </a:defRPr>
            </a:lvl1pPr>
            <a:lvl2pPr>
              <a:defRPr sz="2100" b="0">
                <a:solidFill>
                  <a:srgbClr val="D3DFE7"/>
                </a:solidFill>
                <a:latin typeface="Segoe UI"/>
                <a:ea typeface="Segoe UI"/>
                <a:cs typeface="Segoe UI"/>
              </a:defRPr>
            </a:lvl2pPr>
            <a:lvl3pPr>
              <a:defRPr sz="2100" b="0">
                <a:solidFill>
                  <a:srgbClr val="D3DFE7"/>
                </a:solidFill>
                <a:latin typeface="Segoe UI"/>
                <a:ea typeface="Segoe UI"/>
                <a:cs typeface="Segoe UI"/>
              </a:defRPr>
            </a:lvl3pPr>
            <a:lvl4pPr>
              <a:defRPr sz="2100" b="0">
                <a:solidFill>
                  <a:srgbClr val="D3DFE7"/>
                </a:solidFill>
                <a:latin typeface="Segoe UI"/>
                <a:ea typeface="Segoe UI"/>
                <a:cs typeface="Segoe UI"/>
              </a:defRPr>
            </a:lvl4pPr>
            <a:lvl5pPr>
              <a:defRPr sz="2100" b="0">
                <a:solidFill>
                  <a:srgbClr val="D3DFE7"/>
                </a:solidFill>
                <a:latin typeface="Segoe UI"/>
                <a:ea typeface="Segoe UI"/>
                <a:cs typeface="Segoe UI"/>
              </a:defRPr>
            </a:lvl5pPr>
            <a:lvl6pPr>
              <a:defRPr sz="2100" b="0">
                <a:solidFill>
                  <a:srgbClr val="D3DFE7"/>
                </a:solidFill>
                <a:latin typeface="Segoe UI"/>
                <a:ea typeface="Segoe UI"/>
                <a:cs typeface="Segoe UI"/>
              </a:defRPr>
            </a:lvl6pPr>
            <a:lvl7pPr>
              <a:defRPr sz="2100" b="0">
                <a:solidFill>
                  <a:srgbClr val="D3DFE7"/>
                </a:solidFill>
                <a:latin typeface="Segoe UI"/>
                <a:ea typeface="Segoe UI"/>
                <a:cs typeface="Segoe UI"/>
              </a:defRPr>
            </a:lvl7pPr>
            <a:lvl8pPr>
              <a:defRPr sz="2100" b="0">
                <a:solidFill>
                  <a:srgbClr val="D3DFE7"/>
                </a:solidFill>
                <a:latin typeface="Segoe UI"/>
                <a:ea typeface="Segoe UI"/>
                <a:cs typeface="Segoe UI"/>
              </a:defRPr>
            </a:lvl8pPr>
            <a:lvl9pPr>
              <a:defRPr sz="2100" b="0">
                <a:solidFill>
                  <a:srgbClr val="D3DFE7"/>
                </a:solidFill>
                <a:latin typeface="Segoe UI"/>
                <a:ea typeface="Segoe UI"/>
                <a:cs typeface="Segoe UI"/>
              </a:defRPr>
            </a:lvl9pPr>
          </a:lstStyle>
          <a:p xmlns:a="http://schemas.openxmlformats.org/drawingml/2006/main">
            <a:pPr>
              <a:defRPr sz="2100" b="0">
                <a:solidFill>
                  <a:srgbClr val="D3DFE7"/>
                </a:solidFill>
                <a:latin typeface="Segoe UI"/>
                <a:ea typeface="Segoe UI"/>
                <a:cs typeface="Segoe UI"/>
              </a:defRPr>
            </a:pPr>
            <a:r>
              <a:rPr sz="2100" b="0">
                <a:solidFill>
                  <a:srgbClr val="D3DFE7"/>
                </a:solidFill>
                <a:latin typeface="Segoe UI"/>
                <a:ea typeface="Segoe UI"/>
                <a:cs typeface="Segoe UI"/>
              </a:rPr>
              <a:t>Nearly 5 million real log lines. Search, SQL evidence and an AI investigator.</a:t>
            </a:r>
          </a:p>
        </p:txBody>
      </p:sp>
      <p:sp>
        <p:nvSpPr>
          <p:cNvPr id="6" name="Engineer   /   Team Lead   /   Manager">
            <a:extLst xmlns:a="http://schemas.openxmlformats.org/drawingml/2006/main">
              <a:ext uri="{FF2B5EF4-FFF2-40B4-BE49-F238E27FC236}">
                <a16:creationId xmlns:a16="http://schemas.microsoft.com/office/drawing/2014/main" id="{D89F86DD-D20A-46CF-A0BC-A6D994F65FAA}"/>
              </a:ext>
            </a:extLst>
          </p:cNvPr>
          <p:cNvSpPr>
            <a:spLocks xmlns:a="http://schemas.openxmlformats.org/drawingml/2006/main" noGrp="1"/>
          </p:cNvSpPr>
          <p:nvPr/>
        </p:nvSpPr>
        <p:spPr>
          <a:xfrm xmlns:a="http://schemas.openxmlformats.org/drawingml/2006/main">
            <a:off x="647700" y="55435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FFFFF"/>
                </a:solidFill>
                <a:latin typeface="Segoe UI"/>
                <a:ea typeface="Segoe UI"/>
                <a:cs typeface="Segoe UI"/>
              </a:defRPr>
            </a:defPPr>
            <a:lvl1pPr>
              <a:defRPr sz="1875" b="0">
                <a:solidFill>
                  <a:srgbClr val="FFFFFF"/>
                </a:solidFill>
                <a:latin typeface="Segoe UI"/>
                <a:ea typeface="Segoe UI"/>
                <a:cs typeface="Segoe UI"/>
              </a:defRPr>
            </a:lvl1pPr>
            <a:lvl2pPr>
              <a:defRPr sz="1875" b="0">
                <a:solidFill>
                  <a:srgbClr val="FFFFFF"/>
                </a:solidFill>
                <a:latin typeface="Segoe UI"/>
                <a:ea typeface="Segoe UI"/>
                <a:cs typeface="Segoe UI"/>
              </a:defRPr>
            </a:lvl2pPr>
            <a:lvl3pPr>
              <a:defRPr sz="1875" b="0">
                <a:solidFill>
                  <a:srgbClr val="FFFFFF"/>
                </a:solidFill>
                <a:latin typeface="Segoe UI"/>
                <a:ea typeface="Segoe UI"/>
                <a:cs typeface="Segoe UI"/>
              </a:defRPr>
            </a:lvl3pPr>
            <a:lvl4pPr>
              <a:defRPr sz="1875" b="0">
                <a:solidFill>
                  <a:srgbClr val="FFFFFF"/>
                </a:solidFill>
                <a:latin typeface="Segoe UI"/>
                <a:ea typeface="Segoe UI"/>
                <a:cs typeface="Segoe UI"/>
              </a:defRPr>
            </a:lvl4pPr>
            <a:lvl5pPr>
              <a:defRPr sz="1875" b="0">
                <a:solidFill>
                  <a:srgbClr val="FFFFFF"/>
                </a:solidFill>
                <a:latin typeface="Segoe UI"/>
                <a:ea typeface="Segoe UI"/>
                <a:cs typeface="Segoe UI"/>
              </a:defRPr>
            </a:lvl5pPr>
            <a:lvl6pPr>
              <a:defRPr sz="1875" b="0">
                <a:solidFill>
                  <a:srgbClr val="FFFFFF"/>
                </a:solidFill>
                <a:latin typeface="Segoe UI"/>
                <a:ea typeface="Segoe UI"/>
                <a:cs typeface="Segoe UI"/>
              </a:defRPr>
            </a:lvl6pPr>
            <a:lvl7pPr>
              <a:defRPr sz="1875" b="0">
                <a:solidFill>
                  <a:srgbClr val="FFFFFF"/>
                </a:solidFill>
                <a:latin typeface="Segoe UI"/>
                <a:ea typeface="Segoe UI"/>
                <a:cs typeface="Segoe UI"/>
              </a:defRPr>
            </a:lvl7pPr>
            <a:lvl8pPr>
              <a:defRPr sz="1875" b="0">
                <a:solidFill>
                  <a:srgbClr val="FFFFFF"/>
                </a:solidFill>
                <a:latin typeface="Segoe UI"/>
                <a:ea typeface="Segoe UI"/>
                <a:cs typeface="Segoe UI"/>
              </a:defRPr>
            </a:lvl8pPr>
            <a:lvl9pPr>
              <a:defRPr sz="1875" b="0">
                <a:solidFill>
                  <a:srgbClr val="FFFFFF"/>
                </a:solidFill>
                <a:latin typeface="Segoe UI"/>
                <a:ea typeface="Segoe UI"/>
                <a:cs typeface="Segoe UI"/>
              </a:defRPr>
            </a:lvl9pPr>
          </a:lstStyle>
          <a:p xmlns:a="http://schemas.openxmlformats.org/drawingml/2006/main">
            <a:pPr>
              <a:defRPr sz="1875" b="0">
                <a:solidFill>
                  <a:srgbClr val="FFFFFF"/>
                </a:solidFill>
                <a:latin typeface="Segoe UI"/>
                <a:ea typeface="Segoe UI"/>
                <a:cs typeface="Segoe UI"/>
              </a:defRPr>
            </a:pPr>
            <a:r>
              <a:rPr sz="1875" b="0">
                <a:solidFill>
                  <a:srgbClr val="FFFFFF"/>
                </a:solidFill>
                <a:latin typeface="Segoe UI"/>
                <a:ea typeface="Segoe UI"/>
                <a:cs typeface="Segoe UI"/>
              </a:rPr>
              <a:t>Engineer   /   Team Lead   /   Manager</a:t>
            </a:r>
          </a:p>
        </p:txBody>
      </p:sp>
    </p:spTree>
    <p:extLst>
      <p:ext uri="{BB962C8B-B14F-4D97-AF65-F5344CB8AC3E}">
        <p14:creationId xmlns:p14="http://schemas.microsoft.com/office/powerpoint/2010/main" val="62796401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ereneDB calculates. The agent explains">
            <a:extLst xmlns:a="http://schemas.openxmlformats.org/drawingml/2006/main">
              <a:ext uri="{FF2B5EF4-FFF2-40B4-BE49-F238E27FC236}">
                <a16:creationId xmlns:a16="http://schemas.microsoft.com/office/drawing/2014/main" id="{ADED95A9-2C2D-4CC8-8886-36602EF156FE}"/>
              </a:ext>
            </a:extLst>
          </p:cNvPr>
          <p:cNvSpPr>
            <a:spLocks xmlns:a="http://schemas.openxmlformats.org/drawingml/2006/main" noGrp="1"/>
          </p:cNvSpPr>
          <p:nvPr/>
        </p:nvSpPr>
        <p:spPr>
          <a:xfrm xmlns:a="http://schemas.openxmlformats.org/drawingml/2006/main">
            <a:off x="609600" y="466725"/>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83E"/>
                </a:solidFill>
                <a:latin typeface="Segoe UI"/>
                <a:ea typeface="Segoe UI"/>
                <a:cs typeface="Segoe UI"/>
              </a:defRPr>
            </a:defPPr>
            <a:lvl1pPr>
              <a:defRPr sz="3300" b="1">
                <a:solidFill>
                  <a:srgbClr val="15283E"/>
                </a:solidFill>
                <a:latin typeface="Segoe UI"/>
                <a:ea typeface="Segoe UI"/>
                <a:cs typeface="Segoe UI"/>
              </a:defRPr>
            </a:lvl1pPr>
            <a:lvl2pPr>
              <a:defRPr sz="3300" b="1">
                <a:solidFill>
                  <a:srgbClr val="15283E"/>
                </a:solidFill>
                <a:latin typeface="Segoe UI"/>
                <a:ea typeface="Segoe UI"/>
                <a:cs typeface="Segoe UI"/>
              </a:defRPr>
            </a:lvl2pPr>
            <a:lvl3pPr>
              <a:defRPr sz="3300" b="1">
                <a:solidFill>
                  <a:srgbClr val="15283E"/>
                </a:solidFill>
                <a:latin typeface="Segoe UI"/>
                <a:ea typeface="Segoe UI"/>
                <a:cs typeface="Segoe UI"/>
              </a:defRPr>
            </a:lvl3pPr>
            <a:lvl4pPr>
              <a:defRPr sz="3300" b="1">
                <a:solidFill>
                  <a:srgbClr val="15283E"/>
                </a:solidFill>
                <a:latin typeface="Segoe UI"/>
                <a:ea typeface="Segoe UI"/>
                <a:cs typeface="Segoe UI"/>
              </a:defRPr>
            </a:lvl4pPr>
            <a:lvl5pPr>
              <a:defRPr sz="3300" b="1">
                <a:solidFill>
                  <a:srgbClr val="15283E"/>
                </a:solidFill>
                <a:latin typeface="Segoe UI"/>
                <a:ea typeface="Segoe UI"/>
                <a:cs typeface="Segoe UI"/>
              </a:defRPr>
            </a:lvl5pPr>
            <a:lvl6pPr>
              <a:defRPr sz="3300" b="1">
                <a:solidFill>
                  <a:srgbClr val="15283E"/>
                </a:solidFill>
                <a:latin typeface="Segoe UI"/>
                <a:ea typeface="Segoe UI"/>
                <a:cs typeface="Segoe UI"/>
              </a:defRPr>
            </a:lvl6pPr>
            <a:lvl7pPr>
              <a:defRPr sz="3300" b="1">
                <a:solidFill>
                  <a:srgbClr val="15283E"/>
                </a:solidFill>
                <a:latin typeface="Segoe UI"/>
                <a:ea typeface="Segoe UI"/>
                <a:cs typeface="Segoe UI"/>
              </a:defRPr>
            </a:lvl7pPr>
            <a:lvl8pPr>
              <a:defRPr sz="3300" b="1">
                <a:solidFill>
                  <a:srgbClr val="15283E"/>
                </a:solidFill>
                <a:latin typeface="Segoe UI"/>
                <a:ea typeface="Segoe UI"/>
                <a:cs typeface="Segoe UI"/>
              </a:defRPr>
            </a:lvl8pPr>
            <a:lvl9pPr>
              <a:defRPr sz="3300" b="1">
                <a:solidFill>
                  <a:srgbClr val="15283E"/>
                </a:solidFill>
                <a:latin typeface="Segoe UI"/>
                <a:ea typeface="Segoe UI"/>
                <a:cs typeface="Segoe UI"/>
              </a:defRPr>
            </a:lvl9pPr>
          </a:lstStyle>
          <a:p xmlns:a="http://schemas.openxmlformats.org/drawingml/2006/main">
            <a:pPr>
              <a:defRPr sz="3300" b="1">
                <a:solidFill>
                  <a:srgbClr val="15283E"/>
                </a:solidFill>
                <a:latin typeface="Segoe UI"/>
                <a:ea typeface="Segoe UI"/>
                <a:cs typeface="Segoe UI"/>
              </a:defRPr>
            </a:pPr>
            <a:r>
              <a:rPr sz="3300" b="1">
                <a:solidFill>
                  <a:srgbClr val="15283E"/>
                </a:solidFill>
                <a:latin typeface="Segoe UI"/>
                <a:ea typeface="Segoe UI"/>
                <a:cs typeface="Segoe UI"/>
              </a:rPr>
              <a:t>SereneDB calculates. The agent explains</a:t>
            </a:r>
          </a:p>
        </p:txBody>
      </p:sp>
      <p:sp>
        <p:nvSpPr>
          <p:cNvPr id="2" name="Self-built parsing, schema, SQL loader and fictional ow">
            <a:extLst xmlns:a="http://schemas.openxmlformats.org/drawingml/2006/main">
              <a:ext uri="{FF2B5EF4-FFF2-40B4-BE49-F238E27FC236}">
                <a16:creationId xmlns:a16="http://schemas.microsoft.com/office/drawing/2014/main" id="{46B7CDD7-53DE-4BFB-936A-604C37C18ED8}"/>
              </a:ext>
            </a:extLst>
          </p:cNvPr>
          <p:cNvSpPr>
            <a:spLocks xmlns:a="http://schemas.openxmlformats.org/drawingml/2006/main" noGrp="1"/>
          </p:cNvSpPr>
          <p:nvPr/>
        </p:nvSpPr>
        <p:spPr>
          <a:xfrm xmlns:a="http://schemas.openxmlformats.org/drawingml/2006/main">
            <a:off x="609600" y="630555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73"/>
                </a:solidFill>
                <a:latin typeface="Segoe UI"/>
                <a:ea typeface="Segoe UI"/>
                <a:cs typeface="Segoe UI"/>
              </a:defRPr>
            </a:defPPr>
            <a:lvl1pPr>
              <a:defRPr sz="1050" b="0">
                <a:solidFill>
                  <a:srgbClr val="526173"/>
                </a:solidFill>
                <a:latin typeface="Segoe UI"/>
                <a:ea typeface="Segoe UI"/>
                <a:cs typeface="Segoe UI"/>
              </a:defRPr>
            </a:lvl1pPr>
            <a:lvl2pPr>
              <a:defRPr sz="1050" b="0">
                <a:solidFill>
                  <a:srgbClr val="526173"/>
                </a:solidFill>
                <a:latin typeface="Segoe UI"/>
                <a:ea typeface="Segoe UI"/>
                <a:cs typeface="Segoe UI"/>
              </a:defRPr>
            </a:lvl2pPr>
            <a:lvl3pPr>
              <a:defRPr sz="1050" b="0">
                <a:solidFill>
                  <a:srgbClr val="526173"/>
                </a:solidFill>
                <a:latin typeface="Segoe UI"/>
                <a:ea typeface="Segoe UI"/>
                <a:cs typeface="Segoe UI"/>
              </a:defRPr>
            </a:lvl3pPr>
            <a:lvl4pPr>
              <a:defRPr sz="1050" b="0">
                <a:solidFill>
                  <a:srgbClr val="526173"/>
                </a:solidFill>
                <a:latin typeface="Segoe UI"/>
                <a:ea typeface="Segoe UI"/>
                <a:cs typeface="Segoe UI"/>
              </a:defRPr>
            </a:lvl4pPr>
            <a:lvl5pPr>
              <a:defRPr sz="1050" b="0">
                <a:solidFill>
                  <a:srgbClr val="526173"/>
                </a:solidFill>
                <a:latin typeface="Segoe UI"/>
                <a:ea typeface="Segoe UI"/>
                <a:cs typeface="Segoe UI"/>
              </a:defRPr>
            </a:lvl5pPr>
            <a:lvl6pPr>
              <a:defRPr sz="1050" b="0">
                <a:solidFill>
                  <a:srgbClr val="526173"/>
                </a:solidFill>
                <a:latin typeface="Segoe UI"/>
                <a:ea typeface="Segoe UI"/>
                <a:cs typeface="Segoe UI"/>
              </a:defRPr>
            </a:lvl6pPr>
            <a:lvl7pPr>
              <a:defRPr sz="1050" b="0">
                <a:solidFill>
                  <a:srgbClr val="526173"/>
                </a:solidFill>
                <a:latin typeface="Segoe UI"/>
                <a:ea typeface="Segoe UI"/>
                <a:cs typeface="Segoe UI"/>
              </a:defRPr>
            </a:lvl7pPr>
            <a:lvl8pPr>
              <a:defRPr sz="1050" b="0">
                <a:solidFill>
                  <a:srgbClr val="526173"/>
                </a:solidFill>
                <a:latin typeface="Segoe UI"/>
                <a:ea typeface="Segoe UI"/>
                <a:cs typeface="Segoe UI"/>
              </a:defRPr>
            </a:lvl8pPr>
            <a:lvl9pPr>
              <a:defRPr sz="1050" b="0">
                <a:solidFill>
                  <a:srgbClr val="526173"/>
                </a:solidFill>
                <a:latin typeface="Segoe UI"/>
                <a:ea typeface="Segoe UI"/>
                <a:cs typeface="Segoe UI"/>
              </a:defRPr>
            </a:lvl9pPr>
          </a:lstStyle>
          <a:p xmlns:a="http://schemas.openxmlformats.org/drawingml/2006/main">
            <a:pPr>
              <a:defRPr sz="1050" b="0">
                <a:solidFill>
                  <a:srgbClr val="526173"/>
                </a:solidFill>
                <a:latin typeface="Segoe UI"/>
                <a:ea typeface="Segoe UI"/>
                <a:cs typeface="Segoe UI"/>
              </a:defRPr>
            </a:pPr>
            <a:r>
              <a:rPr sz="1050" b="0">
                <a:solidFill>
                  <a:srgbClr val="526173"/>
                </a:solidFill>
                <a:latin typeface="Segoe UI"/>
                <a:ea typeface="Segoe UI"/>
                <a:cs typeface="Segoe UI"/>
              </a:rPr>
              <a:t>Self-built parsing, schema, SQL loader and fictional ownership. SereneDB runs locally in Docker.</a:t>
            </a:r>
          </a:p>
        </p:txBody>
      </p:sp>
      <p:sp>
        <p:nvSpPr>
          <p:cNvPr id="3" name="02">
            <a:extLst xmlns:a="http://schemas.openxmlformats.org/drawingml/2006/main">
              <a:ext uri="{FF2B5EF4-FFF2-40B4-BE49-F238E27FC236}">
                <a16:creationId xmlns:a16="http://schemas.microsoft.com/office/drawing/2014/main" id="{171683D1-5D2A-405D-9270-35183529CB82}"/>
              </a:ext>
            </a:extLst>
          </p:cNvPr>
          <p:cNvSpPr>
            <a:spLocks xmlns:a="http://schemas.openxmlformats.org/drawingml/2006/main" noGrp="1"/>
          </p:cNvSpPr>
          <p:nvPr/>
        </p:nvSpPr>
        <p:spPr>
          <a:xfrm xmlns:a="http://schemas.openxmlformats.org/drawingml/2006/main">
            <a:off x="11125200" y="63246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173"/>
                </a:solidFill>
                <a:latin typeface="Segoe UI"/>
                <a:ea typeface="Segoe UI"/>
                <a:cs typeface="Segoe UI"/>
              </a:defRPr>
            </a:defPPr>
            <a:lvl1pPr>
              <a:defRPr sz="1125" b="0">
                <a:solidFill>
                  <a:srgbClr val="526173"/>
                </a:solidFill>
                <a:latin typeface="Segoe UI"/>
                <a:ea typeface="Segoe UI"/>
                <a:cs typeface="Segoe UI"/>
              </a:defRPr>
            </a:lvl1pPr>
            <a:lvl2pPr>
              <a:defRPr sz="1125" b="0">
                <a:solidFill>
                  <a:srgbClr val="526173"/>
                </a:solidFill>
                <a:latin typeface="Segoe UI"/>
                <a:ea typeface="Segoe UI"/>
                <a:cs typeface="Segoe UI"/>
              </a:defRPr>
            </a:lvl2pPr>
            <a:lvl3pPr>
              <a:defRPr sz="1125" b="0">
                <a:solidFill>
                  <a:srgbClr val="526173"/>
                </a:solidFill>
                <a:latin typeface="Segoe UI"/>
                <a:ea typeface="Segoe UI"/>
                <a:cs typeface="Segoe UI"/>
              </a:defRPr>
            </a:lvl3pPr>
            <a:lvl4pPr>
              <a:defRPr sz="1125" b="0">
                <a:solidFill>
                  <a:srgbClr val="526173"/>
                </a:solidFill>
                <a:latin typeface="Segoe UI"/>
                <a:ea typeface="Segoe UI"/>
                <a:cs typeface="Segoe UI"/>
              </a:defRPr>
            </a:lvl4pPr>
            <a:lvl5pPr>
              <a:defRPr sz="1125" b="0">
                <a:solidFill>
                  <a:srgbClr val="526173"/>
                </a:solidFill>
                <a:latin typeface="Segoe UI"/>
                <a:ea typeface="Segoe UI"/>
                <a:cs typeface="Segoe UI"/>
              </a:defRPr>
            </a:lvl5pPr>
            <a:lvl6pPr>
              <a:defRPr sz="1125" b="0">
                <a:solidFill>
                  <a:srgbClr val="526173"/>
                </a:solidFill>
                <a:latin typeface="Segoe UI"/>
                <a:ea typeface="Segoe UI"/>
                <a:cs typeface="Segoe UI"/>
              </a:defRPr>
            </a:lvl6pPr>
            <a:lvl7pPr>
              <a:defRPr sz="1125" b="0">
                <a:solidFill>
                  <a:srgbClr val="526173"/>
                </a:solidFill>
                <a:latin typeface="Segoe UI"/>
                <a:ea typeface="Segoe UI"/>
                <a:cs typeface="Segoe UI"/>
              </a:defRPr>
            </a:lvl7pPr>
            <a:lvl8pPr>
              <a:defRPr sz="1125" b="0">
                <a:solidFill>
                  <a:srgbClr val="526173"/>
                </a:solidFill>
                <a:latin typeface="Segoe UI"/>
                <a:ea typeface="Segoe UI"/>
                <a:cs typeface="Segoe UI"/>
              </a:defRPr>
            </a:lvl8pPr>
            <a:lvl9pPr>
              <a:defRPr sz="1125" b="0">
                <a:solidFill>
                  <a:srgbClr val="526173"/>
                </a:solidFill>
                <a:latin typeface="Segoe UI"/>
                <a:ea typeface="Segoe UI"/>
                <a:cs typeface="Segoe UI"/>
              </a:defRPr>
            </a:lvl9pPr>
          </a:lstStyle>
          <a:p xmlns:a="http://schemas.openxmlformats.org/drawingml/2006/main">
            <a:pPr>
              <a:defRPr sz="1125" b="0">
                <a:solidFill>
                  <a:srgbClr val="526173"/>
                </a:solidFill>
                <a:latin typeface="Segoe UI"/>
                <a:ea typeface="Segoe UI"/>
                <a:cs typeface="Segoe UI"/>
              </a:defRPr>
            </a:pPr>
            <a:r>
              <a:rPr sz="1125" b="0">
                <a:solidFill>
                  <a:srgbClr val="526173"/>
                </a:solidFill>
                <a:latin typeface="Segoe UI"/>
                <a:ea typeface="Segoe UI"/>
                <a:cs typeface="Segoe UI"/>
              </a:rPr>
              <a:t>02</a:t>
            </a:r>
          </a:p>
        </p:txBody>
      </p:sp>
      <p:sp>
        <p:nvSpPr>
          <p:cNvPr id="4" name="BGL + OpenStack&#10;Raw public logs">
            <a:extLst xmlns:a="http://schemas.openxmlformats.org/drawingml/2006/main">
              <a:ext uri="{FF2B5EF4-FFF2-40B4-BE49-F238E27FC236}">
                <a16:creationId xmlns:a16="http://schemas.microsoft.com/office/drawing/2014/main" id="{CB1FDD1B-0A88-4531-8F7F-804DA2033CD8}"/>
              </a:ext>
            </a:extLst>
          </p:cNvPr>
          <p:cNvSpPr>
            <a:spLocks xmlns:a="http://schemas.openxmlformats.org/drawingml/2006/main" noGrp="1"/>
          </p:cNvSpPr>
          <p:nvPr/>
        </p:nvSpPr>
        <p:spPr>
          <a:xfrm xmlns:a="http://schemas.openxmlformats.org/drawingml/2006/main">
            <a:off x="609600" y="1885950"/>
            <a:ext cx="2152650" cy="1066800"/>
          </a:xfrm>
          <a:prstGeom xmlns:a="http://schemas.openxmlformats.org/drawingml/2006/main" prst="rect">
            <a:avLst/>
          </a:prstGeom>
          <a:solidFill xmlns:a="http://schemas.openxmlformats.org/drawingml/2006/main">
            <a:srgbClr val="E8F1F3"/>
          </a:solidFill>
          <a:ln xmlns:a="http://schemas.openxmlformats.org/drawingml/2006/main" w="9525">
            <a:solidFill>
              <a:srgbClr val="B6CED3"/>
            </a:solidFill>
          </a:ln>
        </p:spPr>
        <p:txBody>
          <a:bodyPr xmlns:a="http://schemas.openxmlformats.org/drawingml/2006/main" lIns="133350" tIns="133350" rIns="133350" bIns="133350" anchor="ctr"/>
          <a:lstStyle xmlns:a="http://schemas.openxmlformats.org/drawingml/2006/main">
            <a:defPPr algn="ctr">
              <a:defRPr sz="1875" b="1">
                <a:solidFill>
                  <a:srgbClr val="15283E"/>
                </a:solidFill>
                <a:latin typeface="Segoe UI"/>
                <a:ea typeface="Segoe UI"/>
                <a:cs typeface="Segoe UI"/>
              </a:defRPr>
            </a:defPPr>
            <a:lvl1pPr algn="ctr">
              <a:defRPr sz="1875" b="1">
                <a:solidFill>
                  <a:srgbClr val="15283E"/>
                </a:solidFill>
                <a:latin typeface="Segoe UI"/>
                <a:ea typeface="Segoe UI"/>
                <a:cs typeface="Segoe UI"/>
              </a:defRPr>
            </a:lvl1pPr>
            <a:lvl2pPr algn="ctr">
              <a:defRPr sz="1875" b="1">
                <a:solidFill>
                  <a:srgbClr val="15283E"/>
                </a:solidFill>
                <a:latin typeface="Segoe UI"/>
                <a:ea typeface="Segoe UI"/>
                <a:cs typeface="Segoe UI"/>
              </a:defRPr>
            </a:lvl2pPr>
            <a:lvl3pPr algn="ctr">
              <a:defRPr sz="1875" b="1">
                <a:solidFill>
                  <a:srgbClr val="15283E"/>
                </a:solidFill>
                <a:latin typeface="Segoe UI"/>
                <a:ea typeface="Segoe UI"/>
                <a:cs typeface="Segoe UI"/>
              </a:defRPr>
            </a:lvl3pPr>
            <a:lvl4pPr algn="ctr">
              <a:defRPr sz="1875" b="1">
                <a:solidFill>
                  <a:srgbClr val="15283E"/>
                </a:solidFill>
                <a:latin typeface="Segoe UI"/>
                <a:ea typeface="Segoe UI"/>
                <a:cs typeface="Segoe UI"/>
              </a:defRPr>
            </a:lvl4pPr>
            <a:lvl5pPr algn="ctr">
              <a:defRPr sz="1875" b="1">
                <a:solidFill>
                  <a:srgbClr val="15283E"/>
                </a:solidFill>
                <a:latin typeface="Segoe UI"/>
                <a:ea typeface="Segoe UI"/>
                <a:cs typeface="Segoe UI"/>
              </a:defRPr>
            </a:lvl5pPr>
            <a:lvl6pPr algn="ctr">
              <a:defRPr sz="1875" b="1">
                <a:solidFill>
                  <a:srgbClr val="15283E"/>
                </a:solidFill>
                <a:latin typeface="Segoe UI"/>
                <a:ea typeface="Segoe UI"/>
                <a:cs typeface="Segoe UI"/>
              </a:defRPr>
            </a:lvl6pPr>
            <a:lvl7pPr algn="ctr">
              <a:defRPr sz="1875" b="1">
                <a:solidFill>
                  <a:srgbClr val="15283E"/>
                </a:solidFill>
                <a:latin typeface="Segoe UI"/>
                <a:ea typeface="Segoe UI"/>
                <a:cs typeface="Segoe UI"/>
              </a:defRPr>
            </a:lvl7pPr>
            <a:lvl8pPr algn="ctr">
              <a:defRPr sz="1875" b="1">
                <a:solidFill>
                  <a:srgbClr val="15283E"/>
                </a:solidFill>
                <a:latin typeface="Segoe UI"/>
                <a:ea typeface="Segoe UI"/>
                <a:cs typeface="Segoe UI"/>
              </a:defRPr>
            </a:lvl8pPr>
            <a:lvl9pPr algn="ctr">
              <a:defRPr sz="1875" b="1">
                <a:solidFill>
                  <a:srgbClr val="15283E"/>
                </a:solidFill>
                <a:latin typeface="Segoe UI"/>
                <a:ea typeface="Segoe UI"/>
                <a:cs typeface="Segoe UI"/>
              </a:defRPr>
            </a:lvl9pPr>
          </a:lstStyle>
          <a:p xmlns:a="http://schemas.openxmlformats.org/drawingml/2006/main">
            <a:pPr algn="ctr">
              <a:defRPr sz="1875" b="1">
                <a:solidFill>
                  <a:srgbClr val="15283E"/>
                </a:solidFill>
                <a:latin typeface="Segoe UI"/>
                <a:ea typeface="Segoe UI"/>
                <a:cs typeface="Segoe UI"/>
              </a:defRPr>
            </a:pPr>
            <a:r>
              <a:rPr sz="1875" b="1">
                <a:solidFill>
                  <a:srgbClr val="15283E"/>
                </a:solidFill>
                <a:latin typeface="Segoe UI"/>
                <a:ea typeface="Segoe UI"/>
                <a:cs typeface="Segoe UI"/>
              </a:rPr>
              <a:t>BGL + OpenStack</a:t>
            </a:r>
          </a:p>
          <a:p xmlns:a="http://schemas.openxmlformats.org/drawingml/2006/main">
            <a:pPr algn="ctr">
              <a:defRPr sz="1875" b="1">
                <a:solidFill>
                  <a:srgbClr val="15283E"/>
                </a:solidFill>
                <a:latin typeface="Segoe UI"/>
                <a:ea typeface="Segoe UI"/>
                <a:cs typeface="Segoe UI"/>
              </a:defRPr>
            </a:pPr>
            <a:r>
              <a:rPr sz="1875" b="1">
                <a:solidFill>
                  <a:srgbClr val="15283E"/>
                </a:solidFill>
                <a:latin typeface="Segoe UI"/>
                <a:ea typeface="Segoe UI"/>
                <a:cs typeface="Segoe UI"/>
              </a:rPr>
              <a:t>Raw public logs</a:t>
            </a:r>
          </a:p>
        </p:txBody>
      </p:sp>
      <p:sp>
        <p:nvSpPr>
          <p:cNvPr id="5" name="Parsing + templates&#10;Parquet + ownership">
            <a:extLst xmlns:a="http://schemas.openxmlformats.org/drawingml/2006/main">
              <a:ext uri="{FF2B5EF4-FFF2-40B4-BE49-F238E27FC236}">
                <a16:creationId xmlns:a16="http://schemas.microsoft.com/office/drawing/2014/main" id="{75317C06-B756-43F1-9CB3-1F26C8981F36}"/>
              </a:ext>
            </a:extLst>
          </p:cNvPr>
          <p:cNvSpPr>
            <a:spLocks xmlns:a="http://schemas.openxmlformats.org/drawingml/2006/main" noGrp="1"/>
          </p:cNvSpPr>
          <p:nvPr/>
        </p:nvSpPr>
        <p:spPr>
          <a:xfrm xmlns:a="http://schemas.openxmlformats.org/drawingml/2006/main">
            <a:off x="3543300" y="1885950"/>
            <a:ext cx="2552700" cy="1066800"/>
          </a:xfrm>
          <a:prstGeom xmlns:a="http://schemas.openxmlformats.org/drawingml/2006/main" prst="rect">
            <a:avLst/>
          </a:prstGeom>
          <a:solidFill xmlns:a="http://schemas.openxmlformats.org/drawingml/2006/main">
            <a:srgbClr val="E8F1F3"/>
          </a:solidFill>
          <a:ln xmlns:a="http://schemas.openxmlformats.org/drawingml/2006/main" w="9525">
            <a:solidFill>
              <a:srgbClr val="B6CED3"/>
            </a:solidFill>
          </a:ln>
        </p:spPr>
        <p:txBody>
          <a:bodyPr xmlns:a="http://schemas.openxmlformats.org/drawingml/2006/main" lIns="133350" tIns="133350" rIns="133350" bIns="133350" anchor="ctr"/>
          <a:lstStyle xmlns:a="http://schemas.openxmlformats.org/drawingml/2006/main">
            <a:defPPr algn="ctr">
              <a:defRPr sz="1875" b="1">
                <a:solidFill>
                  <a:srgbClr val="15283E"/>
                </a:solidFill>
                <a:latin typeface="Segoe UI"/>
                <a:ea typeface="Segoe UI"/>
                <a:cs typeface="Segoe UI"/>
              </a:defRPr>
            </a:defPPr>
            <a:lvl1pPr algn="ctr">
              <a:defRPr sz="1875" b="1">
                <a:solidFill>
                  <a:srgbClr val="15283E"/>
                </a:solidFill>
                <a:latin typeface="Segoe UI"/>
                <a:ea typeface="Segoe UI"/>
                <a:cs typeface="Segoe UI"/>
              </a:defRPr>
            </a:lvl1pPr>
            <a:lvl2pPr algn="ctr">
              <a:defRPr sz="1875" b="1">
                <a:solidFill>
                  <a:srgbClr val="15283E"/>
                </a:solidFill>
                <a:latin typeface="Segoe UI"/>
                <a:ea typeface="Segoe UI"/>
                <a:cs typeface="Segoe UI"/>
              </a:defRPr>
            </a:lvl2pPr>
            <a:lvl3pPr algn="ctr">
              <a:defRPr sz="1875" b="1">
                <a:solidFill>
                  <a:srgbClr val="15283E"/>
                </a:solidFill>
                <a:latin typeface="Segoe UI"/>
                <a:ea typeface="Segoe UI"/>
                <a:cs typeface="Segoe UI"/>
              </a:defRPr>
            </a:lvl3pPr>
            <a:lvl4pPr algn="ctr">
              <a:defRPr sz="1875" b="1">
                <a:solidFill>
                  <a:srgbClr val="15283E"/>
                </a:solidFill>
                <a:latin typeface="Segoe UI"/>
                <a:ea typeface="Segoe UI"/>
                <a:cs typeface="Segoe UI"/>
              </a:defRPr>
            </a:lvl4pPr>
            <a:lvl5pPr algn="ctr">
              <a:defRPr sz="1875" b="1">
                <a:solidFill>
                  <a:srgbClr val="15283E"/>
                </a:solidFill>
                <a:latin typeface="Segoe UI"/>
                <a:ea typeface="Segoe UI"/>
                <a:cs typeface="Segoe UI"/>
              </a:defRPr>
            </a:lvl5pPr>
            <a:lvl6pPr algn="ctr">
              <a:defRPr sz="1875" b="1">
                <a:solidFill>
                  <a:srgbClr val="15283E"/>
                </a:solidFill>
                <a:latin typeface="Segoe UI"/>
                <a:ea typeface="Segoe UI"/>
                <a:cs typeface="Segoe UI"/>
              </a:defRPr>
            </a:lvl6pPr>
            <a:lvl7pPr algn="ctr">
              <a:defRPr sz="1875" b="1">
                <a:solidFill>
                  <a:srgbClr val="15283E"/>
                </a:solidFill>
                <a:latin typeface="Segoe UI"/>
                <a:ea typeface="Segoe UI"/>
                <a:cs typeface="Segoe UI"/>
              </a:defRPr>
            </a:lvl7pPr>
            <a:lvl8pPr algn="ctr">
              <a:defRPr sz="1875" b="1">
                <a:solidFill>
                  <a:srgbClr val="15283E"/>
                </a:solidFill>
                <a:latin typeface="Segoe UI"/>
                <a:ea typeface="Segoe UI"/>
                <a:cs typeface="Segoe UI"/>
              </a:defRPr>
            </a:lvl8pPr>
            <a:lvl9pPr algn="ctr">
              <a:defRPr sz="1875" b="1">
                <a:solidFill>
                  <a:srgbClr val="15283E"/>
                </a:solidFill>
                <a:latin typeface="Segoe UI"/>
                <a:ea typeface="Segoe UI"/>
                <a:cs typeface="Segoe UI"/>
              </a:defRPr>
            </a:lvl9pPr>
          </a:lstStyle>
          <a:p xmlns:a="http://schemas.openxmlformats.org/drawingml/2006/main">
            <a:pPr algn="ctr">
              <a:defRPr sz="1875" b="1">
                <a:solidFill>
                  <a:srgbClr val="15283E"/>
                </a:solidFill>
                <a:latin typeface="Segoe UI"/>
                <a:ea typeface="Segoe UI"/>
                <a:cs typeface="Segoe UI"/>
              </a:defRPr>
            </a:pPr>
            <a:r>
              <a:rPr sz="1875" b="1">
                <a:solidFill>
                  <a:srgbClr val="15283E"/>
                </a:solidFill>
                <a:latin typeface="Segoe UI"/>
                <a:ea typeface="Segoe UI"/>
                <a:cs typeface="Segoe UI"/>
              </a:rPr>
              <a:t>Parsing + templates</a:t>
            </a:r>
          </a:p>
          <a:p xmlns:a="http://schemas.openxmlformats.org/drawingml/2006/main">
            <a:pPr algn="ctr">
              <a:defRPr sz="1875" b="1">
                <a:solidFill>
                  <a:srgbClr val="15283E"/>
                </a:solidFill>
                <a:latin typeface="Segoe UI"/>
                <a:ea typeface="Segoe UI"/>
                <a:cs typeface="Segoe UI"/>
              </a:defRPr>
            </a:pPr>
            <a:r>
              <a:rPr sz="1875" b="1">
                <a:solidFill>
                  <a:srgbClr val="15283E"/>
                </a:solidFill>
                <a:latin typeface="Segoe UI"/>
                <a:ea typeface="Segoe UI"/>
                <a:cs typeface="Segoe UI"/>
              </a:rPr>
              <a:t>Parquet + ownership</a:t>
            </a:r>
          </a:p>
        </p:txBody>
      </p:sp>
      <p:sp>
        <p:nvSpPr>
          <p:cNvPr id="6" name="Local SereneDB&#10;Search + SQL metrics">
            <a:extLst xmlns:a="http://schemas.openxmlformats.org/drawingml/2006/main">
              <a:ext uri="{FF2B5EF4-FFF2-40B4-BE49-F238E27FC236}">
                <a16:creationId xmlns:a16="http://schemas.microsoft.com/office/drawing/2014/main" id="{263F56C2-CA24-4662-A7F9-35E4F3505342}"/>
              </a:ext>
            </a:extLst>
          </p:cNvPr>
          <p:cNvSpPr>
            <a:spLocks xmlns:a="http://schemas.openxmlformats.org/drawingml/2006/main" noGrp="1"/>
          </p:cNvSpPr>
          <p:nvPr/>
        </p:nvSpPr>
        <p:spPr>
          <a:xfrm xmlns:a="http://schemas.openxmlformats.org/drawingml/2006/main">
            <a:off x="6896100" y="1885950"/>
            <a:ext cx="4667250" cy="1066800"/>
          </a:xfrm>
          <a:prstGeom xmlns:a="http://schemas.openxmlformats.org/drawingml/2006/main" prst="rect">
            <a:avLst/>
          </a:prstGeom>
          <a:solidFill xmlns:a="http://schemas.openxmlformats.org/drawingml/2006/main">
            <a:srgbClr val="E8F1F3"/>
          </a:solidFill>
          <a:ln xmlns:a="http://schemas.openxmlformats.org/drawingml/2006/main" w="9525">
            <a:solidFill>
              <a:srgbClr val="B6CED3"/>
            </a:solidFill>
          </a:ln>
        </p:spPr>
        <p:txBody>
          <a:bodyPr xmlns:a="http://schemas.openxmlformats.org/drawingml/2006/main" lIns="133350" tIns="133350" rIns="133350" bIns="133350" anchor="ctr"/>
          <a:lstStyle xmlns:a="http://schemas.openxmlformats.org/drawingml/2006/main">
            <a:defPPr algn="ctr">
              <a:defRPr sz="2100" b="1">
                <a:solidFill>
                  <a:srgbClr val="15283E"/>
                </a:solidFill>
                <a:latin typeface="Segoe UI"/>
                <a:ea typeface="Segoe UI"/>
                <a:cs typeface="Segoe UI"/>
              </a:defRPr>
            </a:defPPr>
            <a:lvl1pPr algn="ctr">
              <a:defRPr sz="2100" b="1">
                <a:solidFill>
                  <a:srgbClr val="15283E"/>
                </a:solidFill>
                <a:latin typeface="Segoe UI"/>
                <a:ea typeface="Segoe UI"/>
                <a:cs typeface="Segoe UI"/>
              </a:defRPr>
            </a:lvl1pPr>
            <a:lvl2pPr algn="ctr">
              <a:defRPr sz="2100" b="1">
                <a:solidFill>
                  <a:srgbClr val="15283E"/>
                </a:solidFill>
                <a:latin typeface="Segoe UI"/>
                <a:ea typeface="Segoe UI"/>
                <a:cs typeface="Segoe UI"/>
              </a:defRPr>
            </a:lvl2pPr>
            <a:lvl3pPr algn="ctr">
              <a:defRPr sz="2100" b="1">
                <a:solidFill>
                  <a:srgbClr val="15283E"/>
                </a:solidFill>
                <a:latin typeface="Segoe UI"/>
                <a:ea typeface="Segoe UI"/>
                <a:cs typeface="Segoe UI"/>
              </a:defRPr>
            </a:lvl3pPr>
            <a:lvl4pPr algn="ctr">
              <a:defRPr sz="2100" b="1">
                <a:solidFill>
                  <a:srgbClr val="15283E"/>
                </a:solidFill>
                <a:latin typeface="Segoe UI"/>
                <a:ea typeface="Segoe UI"/>
                <a:cs typeface="Segoe UI"/>
              </a:defRPr>
            </a:lvl4pPr>
            <a:lvl5pPr algn="ctr">
              <a:defRPr sz="2100" b="1">
                <a:solidFill>
                  <a:srgbClr val="15283E"/>
                </a:solidFill>
                <a:latin typeface="Segoe UI"/>
                <a:ea typeface="Segoe UI"/>
                <a:cs typeface="Segoe UI"/>
              </a:defRPr>
            </a:lvl5pPr>
            <a:lvl6pPr algn="ctr">
              <a:defRPr sz="2100" b="1">
                <a:solidFill>
                  <a:srgbClr val="15283E"/>
                </a:solidFill>
                <a:latin typeface="Segoe UI"/>
                <a:ea typeface="Segoe UI"/>
                <a:cs typeface="Segoe UI"/>
              </a:defRPr>
            </a:lvl6pPr>
            <a:lvl7pPr algn="ctr">
              <a:defRPr sz="2100" b="1">
                <a:solidFill>
                  <a:srgbClr val="15283E"/>
                </a:solidFill>
                <a:latin typeface="Segoe UI"/>
                <a:ea typeface="Segoe UI"/>
                <a:cs typeface="Segoe UI"/>
              </a:defRPr>
            </a:lvl7pPr>
            <a:lvl8pPr algn="ctr">
              <a:defRPr sz="2100" b="1">
                <a:solidFill>
                  <a:srgbClr val="15283E"/>
                </a:solidFill>
                <a:latin typeface="Segoe UI"/>
                <a:ea typeface="Segoe UI"/>
                <a:cs typeface="Segoe UI"/>
              </a:defRPr>
            </a:lvl8pPr>
            <a:lvl9pPr algn="ctr">
              <a:defRPr sz="2100" b="1">
                <a:solidFill>
                  <a:srgbClr val="15283E"/>
                </a:solidFill>
                <a:latin typeface="Segoe UI"/>
                <a:ea typeface="Segoe UI"/>
                <a:cs typeface="Segoe UI"/>
              </a:defRPr>
            </a:lvl9pPr>
          </a:lstStyle>
          <a:p xmlns:a="http://schemas.openxmlformats.org/drawingml/2006/main">
            <a:pPr algn="ctr">
              <a:defRPr sz="2100" b="1">
                <a:solidFill>
                  <a:srgbClr val="15283E"/>
                </a:solidFill>
                <a:latin typeface="Segoe UI"/>
                <a:ea typeface="Segoe UI"/>
                <a:cs typeface="Segoe UI"/>
              </a:defRPr>
            </a:pPr>
            <a:r>
              <a:rPr sz="2100" b="1">
                <a:solidFill>
                  <a:srgbClr val="15283E"/>
                </a:solidFill>
                <a:latin typeface="Segoe UI"/>
                <a:ea typeface="Segoe UI"/>
                <a:cs typeface="Segoe UI"/>
              </a:rPr>
              <a:t>Local SereneDB</a:t>
            </a:r>
          </a:p>
          <a:p xmlns:a="http://schemas.openxmlformats.org/drawingml/2006/main">
            <a:pPr algn="ctr">
              <a:defRPr sz="2100" b="1">
                <a:solidFill>
                  <a:srgbClr val="15283E"/>
                </a:solidFill>
                <a:latin typeface="Segoe UI"/>
                <a:ea typeface="Segoe UI"/>
                <a:cs typeface="Segoe UI"/>
              </a:defRPr>
            </a:pPr>
            <a:r>
              <a:rPr sz="2100" b="1">
                <a:solidFill>
                  <a:srgbClr val="15283E"/>
                </a:solidFill>
                <a:latin typeface="Segoe UI"/>
                <a:ea typeface="Segoe UI"/>
                <a:cs typeface="Segoe UI"/>
              </a:rPr>
              <a:t>Search + SQL metrics</a:t>
            </a:r>
          </a:p>
        </p:txBody>
      </p:sp>
      <p:sp>
        <p:nvSpPr>
          <p:cNvPr id="7" name="">
            <a:extLst xmlns:a="http://schemas.openxmlformats.org/drawingml/2006/main">
              <a:ext uri="{FF2B5EF4-FFF2-40B4-BE49-F238E27FC236}">
                <a16:creationId xmlns:a16="http://schemas.microsoft.com/office/drawing/2014/main" id="{E451F949-E959-4EFE-9038-992558399586}"/>
              </a:ext>
            </a:extLst>
          </p:cNvPr>
          <p:cNvSpPr>
            <a:spLocks xmlns:a="http://schemas.openxmlformats.org/drawingml/2006/main" noGrp="1"/>
          </p:cNvSpPr>
          <p:nvPr/>
        </p:nvSpPr>
        <p:spPr>
          <a:xfrm xmlns:a="http://schemas.openxmlformats.org/drawingml/2006/main">
            <a:off x="2914650" y="2247900"/>
            <a:ext cx="457200" cy="285750"/>
          </a:xfrm>
          <a:prstGeom xmlns:a="http://schemas.openxmlformats.org/drawingml/2006/main" prst="rightArrow">
            <a:avLst/>
          </a:prstGeom>
          <a:solidFill xmlns:a="http://schemas.openxmlformats.org/drawingml/2006/main">
            <a:srgbClr val="087F8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A2D6595-549D-4DC6-9056-CC2D60E9421D}"/>
              </a:ext>
            </a:extLst>
          </p:cNvPr>
          <p:cNvSpPr>
            <a:spLocks xmlns:a="http://schemas.openxmlformats.org/drawingml/2006/main" noGrp="1"/>
          </p:cNvSpPr>
          <p:nvPr/>
        </p:nvSpPr>
        <p:spPr>
          <a:xfrm xmlns:a="http://schemas.openxmlformats.org/drawingml/2006/main">
            <a:off x="6267450" y="2247900"/>
            <a:ext cx="457200" cy="285750"/>
          </a:xfrm>
          <a:prstGeom xmlns:a="http://schemas.openxmlformats.org/drawingml/2006/main" prst="rightArrow">
            <a:avLst/>
          </a:prstGeom>
          <a:solidFill xmlns:a="http://schemas.openxmlformats.org/drawingml/2006/main">
            <a:srgbClr val="087F8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A3E0085-8EE0-41CA-92F3-47EB9B8A98AF}"/>
              </a:ext>
            </a:extLst>
          </p:cNvPr>
          <p:cNvSpPr>
            <a:spLocks xmlns:a="http://schemas.openxmlformats.org/drawingml/2006/main" noGrp="1"/>
          </p:cNvSpPr>
          <p:nvPr/>
        </p:nvSpPr>
        <p:spPr>
          <a:xfrm xmlns:a="http://schemas.openxmlformats.org/drawingml/2006/main">
            <a:off x="7839075" y="3028950"/>
            <a:ext cx="285750" cy="352425"/>
          </a:xfrm>
          <a:prstGeom xmlns:a="http://schemas.openxmlformats.org/drawingml/2006/main" prst="downArrow">
            <a:avLst/>
          </a:prstGeom>
          <a:solidFill xmlns:a="http://schemas.openxmlformats.org/drawingml/2006/main">
            <a:srgbClr val="087F8C"/>
          </a:solidFill>
          <a:ln xmlns:a="http://schemas.openxmlformats.org/drawingml/2006/main" w="0">
            <a:noFill/>
          </a:ln>
        </p:spPr>
      </p:sp>
      <p:sp>
        <p:nvSpPr>
          <p:cNvPr id="10" name="Fixed read tools&#10;Executed SQL + data">
            <a:extLst xmlns:a="http://schemas.openxmlformats.org/drawingml/2006/main">
              <a:ext uri="{FF2B5EF4-FFF2-40B4-BE49-F238E27FC236}">
                <a16:creationId xmlns:a16="http://schemas.microsoft.com/office/drawing/2014/main" id="{E57319CB-F607-497B-8398-5244128EAD0E}"/>
              </a:ext>
            </a:extLst>
          </p:cNvPr>
          <p:cNvSpPr>
            <a:spLocks xmlns:a="http://schemas.openxmlformats.org/drawingml/2006/main" noGrp="1"/>
          </p:cNvSpPr>
          <p:nvPr/>
        </p:nvSpPr>
        <p:spPr>
          <a:xfrm xmlns:a="http://schemas.openxmlformats.org/drawingml/2006/main">
            <a:off x="6896100" y="3476625"/>
            <a:ext cx="2171700" cy="1066800"/>
          </a:xfrm>
          <a:prstGeom xmlns:a="http://schemas.openxmlformats.org/drawingml/2006/main" prst="rect">
            <a:avLst/>
          </a:prstGeom>
          <a:solidFill xmlns:a="http://schemas.openxmlformats.org/drawingml/2006/main">
            <a:srgbClr val="E8F1F3"/>
          </a:solidFill>
          <a:ln xmlns:a="http://schemas.openxmlformats.org/drawingml/2006/main" w="9525">
            <a:solidFill>
              <a:srgbClr val="B6CED3"/>
            </a:solidFill>
          </a:ln>
        </p:spPr>
        <p:txBody>
          <a:bodyPr xmlns:a="http://schemas.openxmlformats.org/drawingml/2006/main" lIns="133350" tIns="133350" rIns="133350" bIns="133350" anchor="ctr"/>
          <a:lstStyle xmlns:a="http://schemas.openxmlformats.org/drawingml/2006/main">
            <a:defPPr algn="ctr">
              <a:defRPr sz="1875" b="1">
                <a:solidFill>
                  <a:srgbClr val="15283E"/>
                </a:solidFill>
                <a:latin typeface="Segoe UI"/>
                <a:ea typeface="Segoe UI"/>
                <a:cs typeface="Segoe UI"/>
              </a:defRPr>
            </a:defPPr>
            <a:lvl1pPr algn="ctr">
              <a:defRPr sz="1875" b="1">
                <a:solidFill>
                  <a:srgbClr val="15283E"/>
                </a:solidFill>
                <a:latin typeface="Segoe UI"/>
                <a:ea typeface="Segoe UI"/>
                <a:cs typeface="Segoe UI"/>
              </a:defRPr>
            </a:lvl1pPr>
            <a:lvl2pPr algn="ctr">
              <a:defRPr sz="1875" b="1">
                <a:solidFill>
                  <a:srgbClr val="15283E"/>
                </a:solidFill>
                <a:latin typeface="Segoe UI"/>
                <a:ea typeface="Segoe UI"/>
                <a:cs typeface="Segoe UI"/>
              </a:defRPr>
            </a:lvl2pPr>
            <a:lvl3pPr algn="ctr">
              <a:defRPr sz="1875" b="1">
                <a:solidFill>
                  <a:srgbClr val="15283E"/>
                </a:solidFill>
                <a:latin typeface="Segoe UI"/>
                <a:ea typeface="Segoe UI"/>
                <a:cs typeface="Segoe UI"/>
              </a:defRPr>
            </a:lvl3pPr>
            <a:lvl4pPr algn="ctr">
              <a:defRPr sz="1875" b="1">
                <a:solidFill>
                  <a:srgbClr val="15283E"/>
                </a:solidFill>
                <a:latin typeface="Segoe UI"/>
                <a:ea typeface="Segoe UI"/>
                <a:cs typeface="Segoe UI"/>
              </a:defRPr>
            </a:lvl4pPr>
            <a:lvl5pPr algn="ctr">
              <a:defRPr sz="1875" b="1">
                <a:solidFill>
                  <a:srgbClr val="15283E"/>
                </a:solidFill>
                <a:latin typeface="Segoe UI"/>
                <a:ea typeface="Segoe UI"/>
                <a:cs typeface="Segoe UI"/>
              </a:defRPr>
            </a:lvl5pPr>
            <a:lvl6pPr algn="ctr">
              <a:defRPr sz="1875" b="1">
                <a:solidFill>
                  <a:srgbClr val="15283E"/>
                </a:solidFill>
                <a:latin typeface="Segoe UI"/>
                <a:ea typeface="Segoe UI"/>
                <a:cs typeface="Segoe UI"/>
              </a:defRPr>
            </a:lvl6pPr>
            <a:lvl7pPr algn="ctr">
              <a:defRPr sz="1875" b="1">
                <a:solidFill>
                  <a:srgbClr val="15283E"/>
                </a:solidFill>
                <a:latin typeface="Segoe UI"/>
                <a:ea typeface="Segoe UI"/>
                <a:cs typeface="Segoe UI"/>
              </a:defRPr>
            </a:lvl7pPr>
            <a:lvl8pPr algn="ctr">
              <a:defRPr sz="1875" b="1">
                <a:solidFill>
                  <a:srgbClr val="15283E"/>
                </a:solidFill>
                <a:latin typeface="Segoe UI"/>
                <a:ea typeface="Segoe UI"/>
                <a:cs typeface="Segoe UI"/>
              </a:defRPr>
            </a:lvl8pPr>
            <a:lvl9pPr algn="ctr">
              <a:defRPr sz="1875" b="1">
                <a:solidFill>
                  <a:srgbClr val="15283E"/>
                </a:solidFill>
                <a:latin typeface="Segoe UI"/>
                <a:ea typeface="Segoe UI"/>
                <a:cs typeface="Segoe UI"/>
              </a:defRPr>
            </a:lvl9pPr>
          </a:lstStyle>
          <a:p xmlns:a="http://schemas.openxmlformats.org/drawingml/2006/main">
            <a:pPr algn="ctr">
              <a:defRPr sz="1875" b="1">
                <a:solidFill>
                  <a:srgbClr val="15283E"/>
                </a:solidFill>
                <a:latin typeface="Segoe UI"/>
                <a:ea typeface="Segoe UI"/>
                <a:cs typeface="Segoe UI"/>
              </a:defRPr>
            </a:pPr>
            <a:r>
              <a:rPr sz="1875" b="1">
                <a:solidFill>
                  <a:srgbClr val="15283E"/>
                </a:solidFill>
                <a:latin typeface="Segoe UI"/>
                <a:ea typeface="Segoe UI"/>
                <a:cs typeface="Segoe UI"/>
              </a:rPr>
              <a:t>Fixed read tools</a:t>
            </a:r>
          </a:p>
          <a:p xmlns:a="http://schemas.openxmlformats.org/drawingml/2006/main">
            <a:pPr algn="ctr">
              <a:defRPr sz="1875" b="1">
                <a:solidFill>
                  <a:srgbClr val="15283E"/>
                </a:solidFill>
                <a:latin typeface="Segoe UI"/>
                <a:ea typeface="Segoe UI"/>
                <a:cs typeface="Segoe UI"/>
              </a:defRPr>
            </a:pPr>
            <a:r>
              <a:rPr sz="1875" b="1">
                <a:solidFill>
                  <a:srgbClr val="15283E"/>
                </a:solidFill>
                <a:latin typeface="Segoe UI"/>
                <a:ea typeface="Segoe UI"/>
                <a:cs typeface="Segoe UI"/>
              </a:rPr>
              <a:t>Executed SQL + data</a:t>
            </a:r>
          </a:p>
        </p:txBody>
      </p:sp>
      <p:sp>
        <p:nvSpPr>
          <p:cNvPr id="11" name="One AI investigator&#10;Role-specific explanation">
            <a:extLst xmlns:a="http://schemas.openxmlformats.org/drawingml/2006/main">
              <a:ext uri="{FF2B5EF4-FFF2-40B4-BE49-F238E27FC236}">
                <a16:creationId xmlns:a16="http://schemas.microsoft.com/office/drawing/2014/main" id="{2E861892-192C-478C-9463-5B59296865AF}"/>
              </a:ext>
            </a:extLst>
          </p:cNvPr>
          <p:cNvSpPr>
            <a:spLocks xmlns:a="http://schemas.openxmlformats.org/drawingml/2006/main" noGrp="1"/>
          </p:cNvSpPr>
          <p:nvPr/>
        </p:nvSpPr>
        <p:spPr>
          <a:xfrm xmlns:a="http://schemas.openxmlformats.org/drawingml/2006/main">
            <a:off x="9715500" y="3476625"/>
            <a:ext cx="1847850" cy="1066800"/>
          </a:xfrm>
          <a:prstGeom xmlns:a="http://schemas.openxmlformats.org/drawingml/2006/main" prst="rect">
            <a:avLst/>
          </a:prstGeom>
          <a:solidFill xmlns:a="http://schemas.openxmlformats.org/drawingml/2006/main">
            <a:srgbClr val="E8F1F3"/>
          </a:solidFill>
          <a:ln xmlns:a="http://schemas.openxmlformats.org/drawingml/2006/main" w="9525">
            <a:solidFill>
              <a:srgbClr val="B6CED3"/>
            </a:solidFill>
          </a:ln>
        </p:spPr>
        <p:txBody>
          <a:bodyPr xmlns:a="http://schemas.openxmlformats.org/drawingml/2006/main" lIns="133350" tIns="133350" rIns="133350" bIns="133350" anchor="ctr"/>
          <a:lstStyle xmlns:a="http://schemas.openxmlformats.org/drawingml/2006/main">
            <a:defPPr algn="ctr">
              <a:defRPr sz="1725" b="1">
                <a:solidFill>
                  <a:srgbClr val="15283E"/>
                </a:solidFill>
                <a:latin typeface="Segoe UI"/>
                <a:ea typeface="Segoe UI"/>
                <a:cs typeface="Segoe UI"/>
              </a:defRPr>
            </a:defPPr>
            <a:lvl1pPr algn="ctr">
              <a:defRPr sz="1725" b="1">
                <a:solidFill>
                  <a:srgbClr val="15283E"/>
                </a:solidFill>
                <a:latin typeface="Segoe UI"/>
                <a:ea typeface="Segoe UI"/>
                <a:cs typeface="Segoe UI"/>
              </a:defRPr>
            </a:lvl1pPr>
            <a:lvl2pPr algn="ctr">
              <a:defRPr sz="1725" b="1">
                <a:solidFill>
                  <a:srgbClr val="15283E"/>
                </a:solidFill>
                <a:latin typeface="Segoe UI"/>
                <a:ea typeface="Segoe UI"/>
                <a:cs typeface="Segoe UI"/>
              </a:defRPr>
            </a:lvl2pPr>
            <a:lvl3pPr algn="ctr">
              <a:defRPr sz="1725" b="1">
                <a:solidFill>
                  <a:srgbClr val="15283E"/>
                </a:solidFill>
                <a:latin typeface="Segoe UI"/>
                <a:ea typeface="Segoe UI"/>
                <a:cs typeface="Segoe UI"/>
              </a:defRPr>
            </a:lvl3pPr>
            <a:lvl4pPr algn="ctr">
              <a:defRPr sz="1725" b="1">
                <a:solidFill>
                  <a:srgbClr val="15283E"/>
                </a:solidFill>
                <a:latin typeface="Segoe UI"/>
                <a:ea typeface="Segoe UI"/>
                <a:cs typeface="Segoe UI"/>
              </a:defRPr>
            </a:lvl4pPr>
            <a:lvl5pPr algn="ctr">
              <a:defRPr sz="1725" b="1">
                <a:solidFill>
                  <a:srgbClr val="15283E"/>
                </a:solidFill>
                <a:latin typeface="Segoe UI"/>
                <a:ea typeface="Segoe UI"/>
                <a:cs typeface="Segoe UI"/>
              </a:defRPr>
            </a:lvl5pPr>
            <a:lvl6pPr algn="ctr">
              <a:defRPr sz="1725" b="1">
                <a:solidFill>
                  <a:srgbClr val="15283E"/>
                </a:solidFill>
                <a:latin typeface="Segoe UI"/>
                <a:ea typeface="Segoe UI"/>
                <a:cs typeface="Segoe UI"/>
              </a:defRPr>
            </a:lvl6pPr>
            <a:lvl7pPr algn="ctr">
              <a:defRPr sz="1725" b="1">
                <a:solidFill>
                  <a:srgbClr val="15283E"/>
                </a:solidFill>
                <a:latin typeface="Segoe UI"/>
                <a:ea typeface="Segoe UI"/>
                <a:cs typeface="Segoe UI"/>
              </a:defRPr>
            </a:lvl7pPr>
            <a:lvl8pPr algn="ctr">
              <a:defRPr sz="1725" b="1">
                <a:solidFill>
                  <a:srgbClr val="15283E"/>
                </a:solidFill>
                <a:latin typeface="Segoe UI"/>
                <a:ea typeface="Segoe UI"/>
                <a:cs typeface="Segoe UI"/>
              </a:defRPr>
            </a:lvl8pPr>
            <a:lvl9pPr algn="ctr">
              <a:defRPr sz="1725" b="1">
                <a:solidFill>
                  <a:srgbClr val="15283E"/>
                </a:solidFill>
                <a:latin typeface="Segoe UI"/>
                <a:ea typeface="Segoe UI"/>
                <a:cs typeface="Segoe UI"/>
              </a:defRPr>
            </a:lvl9pPr>
          </a:lstStyle>
          <a:p xmlns:a="http://schemas.openxmlformats.org/drawingml/2006/main">
            <a:pPr algn="ctr">
              <a:defRPr sz="1725" b="1">
                <a:solidFill>
                  <a:srgbClr val="15283E"/>
                </a:solidFill>
                <a:latin typeface="Segoe UI"/>
                <a:ea typeface="Segoe UI"/>
                <a:cs typeface="Segoe UI"/>
              </a:defRPr>
            </a:pPr>
            <a:r>
              <a:rPr sz="1725" b="1">
                <a:solidFill>
                  <a:srgbClr val="15283E"/>
                </a:solidFill>
                <a:latin typeface="Segoe UI"/>
                <a:ea typeface="Segoe UI"/>
                <a:cs typeface="Segoe UI"/>
              </a:rPr>
              <a:t>One AI investigator</a:t>
            </a:r>
          </a:p>
          <a:p xmlns:a="http://schemas.openxmlformats.org/drawingml/2006/main">
            <a:pPr algn="ctr">
              <a:defRPr sz="1725" b="1">
                <a:solidFill>
                  <a:srgbClr val="15283E"/>
                </a:solidFill>
                <a:latin typeface="Segoe UI"/>
                <a:ea typeface="Segoe UI"/>
                <a:cs typeface="Segoe UI"/>
              </a:defRPr>
            </a:pPr>
            <a:r>
              <a:rPr sz="1725" b="1">
                <a:solidFill>
                  <a:srgbClr val="15283E"/>
                </a:solidFill>
                <a:latin typeface="Segoe UI"/>
                <a:ea typeface="Segoe UI"/>
                <a:cs typeface="Segoe UI"/>
              </a:rPr>
              <a:t>Role-specific explanation</a:t>
            </a:r>
          </a:p>
        </p:txBody>
      </p:sp>
      <p:sp>
        <p:nvSpPr>
          <p:cNvPr id="12" name="">
            <a:extLst xmlns:a="http://schemas.openxmlformats.org/drawingml/2006/main">
              <a:ext uri="{FF2B5EF4-FFF2-40B4-BE49-F238E27FC236}">
                <a16:creationId xmlns:a16="http://schemas.microsoft.com/office/drawing/2014/main" id="{32AF0A06-EE0B-4E0A-95D7-F67BB16F038B}"/>
              </a:ext>
            </a:extLst>
          </p:cNvPr>
          <p:cNvSpPr>
            <a:spLocks xmlns:a="http://schemas.openxmlformats.org/drawingml/2006/main" noGrp="1"/>
          </p:cNvSpPr>
          <p:nvPr/>
        </p:nvSpPr>
        <p:spPr>
          <a:xfrm xmlns:a="http://schemas.openxmlformats.org/drawingml/2006/main">
            <a:off x="9191625" y="3838575"/>
            <a:ext cx="409575" cy="266700"/>
          </a:xfrm>
          <a:prstGeom xmlns:a="http://schemas.openxmlformats.org/drawingml/2006/main" prst="rightArrow">
            <a:avLst/>
          </a:prstGeom>
          <a:solidFill xmlns:a="http://schemas.openxmlformats.org/drawingml/2006/main">
            <a:srgbClr val="087F8C"/>
          </a:solidFill>
          <a:ln xmlns:a="http://schemas.openxmlformats.org/drawingml/2006/main" w="0">
            <a:noFill/>
          </a:ln>
        </p:spPr>
      </p:sp>
      <p:sp>
        <p:nvSpPr>
          <p:cNvPr id="13" name="Evidence stays attached to each investigation">
            <a:extLst xmlns:a="http://schemas.openxmlformats.org/drawingml/2006/main">
              <a:ext uri="{FF2B5EF4-FFF2-40B4-BE49-F238E27FC236}">
                <a16:creationId xmlns:a16="http://schemas.microsoft.com/office/drawing/2014/main" id="{72FD415F-B3E8-4B93-A72F-439C5C5A1D7A}"/>
              </a:ext>
            </a:extLst>
          </p:cNvPr>
          <p:cNvSpPr>
            <a:spLocks xmlns:a="http://schemas.openxmlformats.org/drawingml/2006/main" noGrp="1"/>
          </p:cNvSpPr>
          <p:nvPr/>
        </p:nvSpPr>
        <p:spPr>
          <a:xfrm xmlns:a="http://schemas.openxmlformats.org/drawingml/2006/main">
            <a:off x="609600" y="3552825"/>
            <a:ext cx="5486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87F8C"/>
                </a:solidFill>
                <a:latin typeface="Segoe UI"/>
                <a:ea typeface="Segoe UI"/>
                <a:cs typeface="Segoe UI"/>
              </a:defRPr>
            </a:defPPr>
            <a:lvl1pPr>
              <a:defRPr sz="2550" b="1">
                <a:solidFill>
                  <a:srgbClr val="087F8C"/>
                </a:solidFill>
                <a:latin typeface="Segoe UI"/>
                <a:ea typeface="Segoe UI"/>
                <a:cs typeface="Segoe UI"/>
              </a:defRPr>
            </a:lvl1pPr>
            <a:lvl2pPr>
              <a:defRPr sz="2550" b="1">
                <a:solidFill>
                  <a:srgbClr val="087F8C"/>
                </a:solidFill>
                <a:latin typeface="Segoe UI"/>
                <a:ea typeface="Segoe UI"/>
                <a:cs typeface="Segoe UI"/>
              </a:defRPr>
            </a:lvl2pPr>
            <a:lvl3pPr>
              <a:defRPr sz="2550" b="1">
                <a:solidFill>
                  <a:srgbClr val="087F8C"/>
                </a:solidFill>
                <a:latin typeface="Segoe UI"/>
                <a:ea typeface="Segoe UI"/>
                <a:cs typeface="Segoe UI"/>
              </a:defRPr>
            </a:lvl3pPr>
            <a:lvl4pPr>
              <a:defRPr sz="2550" b="1">
                <a:solidFill>
                  <a:srgbClr val="087F8C"/>
                </a:solidFill>
                <a:latin typeface="Segoe UI"/>
                <a:ea typeface="Segoe UI"/>
                <a:cs typeface="Segoe UI"/>
              </a:defRPr>
            </a:lvl4pPr>
            <a:lvl5pPr>
              <a:defRPr sz="2550" b="1">
                <a:solidFill>
                  <a:srgbClr val="087F8C"/>
                </a:solidFill>
                <a:latin typeface="Segoe UI"/>
                <a:ea typeface="Segoe UI"/>
                <a:cs typeface="Segoe UI"/>
              </a:defRPr>
            </a:lvl5pPr>
            <a:lvl6pPr>
              <a:defRPr sz="2550" b="1">
                <a:solidFill>
                  <a:srgbClr val="087F8C"/>
                </a:solidFill>
                <a:latin typeface="Segoe UI"/>
                <a:ea typeface="Segoe UI"/>
                <a:cs typeface="Segoe UI"/>
              </a:defRPr>
            </a:lvl6pPr>
            <a:lvl7pPr>
              <a:defRPr sz="2550" b="1">
                <a:solidFill>
                  <a:srgbClr val="087F8C"/>
                </a:solidFill>
                <a:latin typeface="Segoe UI"/>
                <a:ea typeface="Segoe UI"/>
                <a:cs typeface="Segoe UI"/>
              </a:defRPr>
            </a:lvl7pPr>
            <a:lvl8pPr>
              <a:defRPr sz="2550" b="1">
                <a:solidFill>
                  <a:srgbClr val="087F8C"/>
                </a:solidFill>
                <a:latin typeface="Segoe UI"/>
                <a:ea typeface="Segoe UI"/>
                <a:cs typeface="Segoe UI"/>
              </a:defRPr>
            </a:lvl8pPr>
            <a:lvl9pPr>
              <a:defRPr sz="2550" b="1">
                <a:solidFill>
                  <a:srgbClr val="087F8C"/>
                </a:solidFill>
                <a:latin typeface="Segoe UI"/>
                <a:ea typeface="Segoe UI"/>
                <a:cs typeface="Segoe UI"/>
              </a:defRPr>
            </a:lvl9pPr>
          </a:lstStyle>
          <a:p xmlns:a="http://schemas.openxmlformats.org/drawingml/2006/main">
            <a:pPr>
              <a:defRPr sz="2550" b="1">
                <a:solidFill>
                  <a:srgbClr val="087F8C"/>
                </a:solidFill>
                <a:latin typeface="Segoe UI"/>
                <a:ea typeface="Segoe UI"/>
                <a:cs typeface="Segoe UI"/>
              </a:defRPr>
            </a:pPr>
            <a:r>
              <a:rPr sz="2550" b="1">
                <a:solidFill>
                  <a:srgbClr val="087F8C"/>
                </a:solidFill>
                <a:latin typeface="Segoe UI"/>
                <a:ea typeface="Segoe UI"/>
                <a:cs typeface="Segoe UI"/>
              </a:rPr>
              <a:t>Evidence stays attached to each investigation</a:t>
            </a:r>
          </a:p>
        </p:txBody>
      </p:sp>
      <p:sp>
        <p:nvSpPr>
          <p:cNvPr id="14" name="Streamlit for the team&#10;MCP for compatible assistants">
            <a:extLst xmlns:a="http://schemas.openxmlformats.org/drawingml/2006/main">
              <a:ext uri="{FF2B5EF4-FFF2-40B4-BE49-F238E27FC236}">
                <a16:creationId xmlns:a16="http://schemas.microsoft.com/office/drawing/2014/main" id="{589F7B7B-A360-4090-8676-0B15647A7D0B}"/>
              </a:ext>
            </a:extLst>
          </p:cNvPr>
          <p:cNvSpPr>
            <a:spLocks xmlns:a="http://schemas.openxmlformats.org/drawingml/2006/main" noGrp="1"/>
          </p:cNvSpPr>
          <p:nvPr/>
        </p:nvSpPr>
        <p:spPr>
          <a:xfrm xmlns:a="http://schemas.openxmlformats.org/drawingml/2006/main">
            <a:off x="609600" y="4724400"/>
            <a:ext cx="5486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83E"/>
                </a:solidFill>
                <a:latin typeface="Segoe UI"/>
                <a:ea typeface="Segoe UI"/>
                <a:cs typeface="Segoe UI"/>
              </a:defRPr>
            </a:defPPr>
            <a:lvl1pPr>
              <a:defRPr sz="2100" b="0">
                <a:solidFill>
                  <a:srgbClr val="15283E"/>
                </a:solidFill>
                <a:latin typeface="Segoe UI"/>
                <a:ea typeface="Segoe UI"/>
                <a:cs typeface="Segoe UI"/>
              </a:defRPr>
            </a:lvl1pPr>
            <a:lvl2pPr>
              <a:defRPr sz="2100" b="0">
                <a:solidFill>
                  <a:srgbClr val="15283E"/>
                </a:solidFill>
                <a:latin typeface="Segoe UI"/>
                <a:ea typeface="Segoe UI"/>
                <a:cs typeface="Segoe UI"/>
              </a:defRPr>
            </a:lvl2pPr>
            <a:lvl3pPr>
              <a:defRPr sz="2100" b="0">
                <a:solidFill>
                  <a:srgbClr val="15283E"/>
                </a:solidFill>
                <a:latin typeface="Segoe UI"/>
                <a:ea typeface="Segoe UI"/>
                <a:cs typeface="Segoe UI"/>
              </a:defRPr>
            </a:lvl3pPr>
            <a:lvl4pPr>
              <a:defRPr sz="2100" b="0">
                <a:solidFill>
                  <a:srgbClr val="15283E"/>
                </a:solidFill>
                <a:latin typeface="Segoe UI"/>
                <a:ea typeface="Segoe UI"/>
                <a:cs typeface="Segoe UI"/>
              </a:defRPr>
            </a:lvl4pPr>
            <a:lvl5pPr>
              <a:defRPr sz="2100" b="0">
                <a:solidFill>
                  <a:srgbClr val="15283E"/>
                </a:solidFill>
                <a:latin typeface="Segoe UI"/>
                <a:ea typeface="Segoe UI"/>
                <a:cs typeface="Segoe UI"/>
              </a:defRPr>
            </a:lvl5pPr>
            <a:lvl6pPr>
              <a:defRPr sz="2100" b="0">
                <a:solidFill>
                  <a:srgbClr val="15283E"/>
                </a:solidFill>
                <a:latin typeface="Segoe UI"/>
                <a:ea typeface="Segoe UI"/>
                <a:cs typeface="Segoe UI"/>
              </a:defRPr>
            </a:lvl6pPr>
            <a:lvl7pPr>
              <a:defRPr sz="2100" b="0">
                <a:solidFill>
                  <a:srgbClr val="15283E"/>
                </a:solidFill>
                <a:latin typeface="Segoe UI"/>
                <a:ea typeface="Segoe UI"/>
                <a:cs typeface="Segoe UI"/>
              </a:defRPr>
            </a:lvl7pPr>
            <a:lvl8pPr>
              <a:defRPr sz="2100" b="0">
                <a:solidFill>
                  <a:srgbClr val="15283E"/>
                </a:solidFill>
                <a:latin typeface="Segoe UI"/>
                <a:ea typeface="Segoe UI"/>
                <a:cs typeface="Segoe UI"/>
              </a:defRPr>
            </a:lvl8pPr>
            <a:lvl9pPr>
              <a:defRPr sz="2100" b="0">
                <a:solidFill>
                  <a:srgbClr val="15283E"/>
                </a:solidFill>
                <a:latin typeface="Segoe UI"/>
                <a:ea typeface="Segoe UI"/>
                <a:cs typeface="Segoe UI"/>
              </a:defRPr>
            </a:lvl9pPr>
          </a:lstStyle>
          <a:p xmlns:a="http://schemas.openxmlformats.org/drawingml/2006/main">
            <a:pPr>
              <a:defRPr sz="2100" b="0">
                <a:solidFill>
                  <a:srgbClr val="15283E"/>
                </a:solidFill>
                <a:latin typeface="Segoe UI"/>
                <a:ea typeface="Segoe UI"/>
                <a:cs typeface="Segoe UI"/>
              </a:defRPr>
            </a:pPr>
            <a:r>
              <a:rPr sz="2100" b="0">
                <a:solidFill>
                  <a:srgbClr val="15283E"/>
                </a:solidFill>
                <a:latin typeface="Segoe UI"/>
                <a:ea typeface="Segoe UI"/>
                <a:cs typeface="Segoe UI"/>
              </a:rPr>
              <a:t>Streamlit for the team</a:t>
            </a:r>
          </a:p>
          <a:p xmlns:a="http://schemas.openxmlformats.org/drawingml/2006/main">
            <a:pPr>
              <a:defRPr sz="2100" b="0">
                <a:solidFill>
                  <a:srgbClr val="15283E"/>
                </a:solidFill>
                <a:latin typeface="Segoe UI"/>
                <a:ea typeface="Segoe UI"/>
                <a:cs typeface="Segoe UI"/>
              </a:defRPr>
            </a:pPr>
            <a:r>
              <a:rPr sz="2100" b="0">
                <a:solidFill>
                  <a:srgbClr val="15283E"/>
                </a:solidFill>
                <a:latin typeface="Segoe UI"/>
                <a:ea typeface="Segoe UI"/>
                <a:cs typeface="Segoe UI"/>
              </a:rPr>
              <a:t>MCP for compatible assistants</a:t>
            </a:r>
          </a:p>
        </p:txBody>
      </p:sp>
      <p:sp>
        <p:nvSpPr>
          <p:cNvPr id="15" name="Observed facts, hypotheses and next checks remain separ">
            <a:extLst xmlns:a="http://schemas.openxmlformats.org/drawingml/2006/main">
              <a:ext uri="{FF2B5EF4-FFF2-40B4-BE49-F238E27FC236}">
                <a16:creationId xmlns:a16="http://schemas.microsoft.com/office/drawing/2014/main" id="{6F81724F-AA02-4F41-A047-56FDC6D22ACA}"/>
              </a:ext>
            </a:extLst>
          </p:cNvPr>
          <p:cNvSpPr>
            <a:spLocks xmlns:a="http://schemas.openxmlformats.org/drawingml/2006/main" noGrp="1"/>
          </p:cNvSpPr>
          <p:nvPr/>
        </p:nvSpPr>
        <p:spPr>
          <a:xfrm xmlns:a="http://schemas.openxmlformats.org/drawingml/2006/main">
            <a:off x="6896100" y="49720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5283E"/>
                </a:solidFill>
                <a:latin typeface="Segoe UI"/>
                <a:ea typeface="Segoe UI"/>
                <a:cs typeface="Segoe UI"/>
              </a:defRPr>
            </a:defPPr>
            <a:lvl1pPr>
              <a:defRPr sz="1950" b="0">
                <a:solidFill>
                  <a:srgbClr val="15283E"/>
                </a:solidFill>
                <a:latin typeface="Segoe UI"/>
                <a:ea typeface="Segoe UI"/>
                <a:cs typeface="Segoe UI"/>
              </a:defRPr>
            </a:lvl1pPr>
            <a:lvl2pPr>
              <a:defRPr sz="1950" b="0">
                <a:solidFill>
                  <a:srgbClr val="15283E"/>
                </a:solidFill>
                <a:latin typeface="Segoe UI"/>
                <a:ea typeface="Segoe UI"/>
                <a:cs typeface="Segoe UI"/>
              </a:defRPr>
            </a:lvl2pPr>
            <a:lvl3pPr>
              <a:defRPr sz="1950" b="0">
                <a:solidFill>
                  <a:srgbClr val="15283E"/>
                </a:solidFill>
                <a:latin typeface="Segoe UI"/>
                <a:ea typeface="Segoe UI"/>
                <a:cs typeface="Segoe UI"/>
              </a:defRPr>
            </a:lvl3pPr>
            <a:lvl4pPr>
              <a:defRPr sz="1950" b="0">
                <a:solidFill>
                  <a:srgbClr val="15283E"/>
                </a:solidFill>
                <a:latin typeface="Segoe UI"/>
                <a:ea typeface="Segoe UI"/>
                <a:cs typeface="Segoe UI"/>
              </a:defRPr>
            </a:lvl4pPr>
            <a:lvl5pPr>
              <a:defRPr sz="1950" b="0">
                <a:solidFill>
                  <a:srgbClr val="15283E"/>
                </a:solidFill>
                <a:latin typeface="Segoe UI"/>
                <a:ea typeface="Segoe UI"/>
                <a:cs typeface="Segoe UI"/>
              </a:defRPr>
            </a:lvl5pPr>
            <a:lvl6pPr>
              <a:defRPr sz="1950" b="0">
                <a:solidFill>
                  <a:srgbClr val="15283E"/>
                </a:solidFill>
                <a:latin typeface="Segoe UI"/>
                <a:ea typeface="Segoe UI"/>
                <a:cs typeface="Segoe UI"/>
              </a:defRPr>
            </a:lvl6pPr>
            <a:lvl7pPr>
              <a:defRPr sz="1950" b="0">
                <a:solidFill>
                  <a:srgbClr val="15283E"/>
                </a:solidFill>
                <a:latin typeface="Segoe UI"/>
                <a:ea typeface="Segoe UI"/>
                <a:cs typeface="Segoe UI"/>
              </a:defRPr>
            </a:lvl7pPr>
            <a:lvl8pPr>
              <a:defRPr sz="1950" b="0">
                <a:solidFill>
                  <a:srgbClr val="15283E"/>
                </a:solidFill>
                <a:latin typeface="Segoe UI"/>
                <a:ea typeface="Segoe UI"/>
                <a:cs typeface="Segoe UI"/>
              </a:defRPr>
            </a:lvl8pPr>
            <a:lvl9pPr>
              <a:defRPr sz="1950" b="0">
                <a:solidFill>
                  <a:srgbClr val="15283E"/>
                </a:solidFill>
                <a:latin typeface="Segoe UI"/>
                <a:ea typeface="Segoe UI"/>
                <a:cs typeface="Segoe UI"/>
              </a:defRPr>
            </a:lvl9pPr>
          </a:lstStyle>
          <a:p xmlns:a="http://schemas.openxmlformats.org/drawingml/2006/main">
            <a:pPr>
              <a:defRPr sz="1950" b="0">
                <a:solidFill>
                  <a:srgbClr val="15283E"/>
                </a:solidFill>
                <a:latin typeface="Segoe UI"/>
                <a:ea typeface="Segoe UI"/>
                <a:cs typeface="Segoe UI"/>
              </a:defRPr>
            </a:pPr>
            <a:r>
              <a:rPr sz="1950" b="0">
                <a:solidFill>
                  <a:srgbClr val="15283E"/>
                </a:solidFill>
                <a:latin typeface="Segoe UI"/>
                <a:ea typeface="Segoe UI"/>
                <a:cs typeface="Segoe UI"/>
              </a:rPr>
              <a:t>Observed facts, hypotheses and next checks remain separate.</a:t>
            </a:r>
          </a:p>
        </p:txBody>
      </p:sp>
    </p:spTree>
    <p:extLst>
      <p:ext uri="{BB962C8B-B14F-4D97-AF65-F5344CB8AC3E}">
        <p14:creationId xmlns:p14="http://schemas.microsoft.com/office/powerpoint/2010/main" val="16058896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Engineer: the exception is inside the traceback">
            <a:extLst xmlns:a="http://schemas.openxmlformats.org/drawingml/2006/main">
              <a:ext uri="{FF2B5EF4-FFF2-40B4-BE49-F238E27FC236}">
                <a16:creationId xmlns:a16="http://schemas.microsoft.com/office/drawing/2014/main" id="{967079C0-8878-46C5-B77F-FCA4DC67A3BF}"/>
              </a:ext>
            </a:extLst>
          </p:cNvPr>
          <p:cNvSpPr>
            <a:spLocks xmlns:a="http://schemas.openxmlformats.org/drawingml/2006/main" noGrp="1"/>
          </p:cNvSpPr>
          <p:nvPr/>
        </p:nvSpPr>
        <p:spPr>
          <a:xfrm xmlns:a="http://schemas.openxmlformats.org/drawingml/2006/main">
            <a:off x="609600" y="466725"/>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83E"/>
                </a:solidFill>
                <a:latin typeface="Segoe UI"/>
                <a:ea typeface="Segoe UI"/>
                <a:cs typeface="Segoe UI"/>
              </a:defRPr>
            </a:defPPr>
            <a:lvl1pPr>
              <a:defRPr sz="3300" b="1">
                <a:solidFill>
                  <a:srgbClr val="15283E"/>
                </a:solidFill>
                <a:latin typeface="Segoe UI"/>
                <a:ea typeface="Segoe UI"/>
                <a:cs typeface="Segoe UI"/>
              </a:defRPr>
            </a:lvl1pPr>
            <a:lvl2pPr>
              <a:defRPr sz="3300" b="1">
                <a:solidFill>
                  <a:srgbClr val="15283E"/>
                </a:solidFill>
                <a:latin typeface="Segoe UI"/>
                <a:ea typeface="Segoe UI"/>
                <a:cs typeface="Segoe UI"/>
              </a:defRPr>
            </a:lvl2pPr>
            <a:lvl3pPr>
              <a:defRPr sz="3300" b="1">
                <a:solidFill>
                  <a:srgbClr val="15283E"/>
                </a:solidFill>
                <a:latin typeface="Segoe UI"/>
                <a:ea typeface="Segoe UI"/>
                <a:cs typeface="Segoe UI"/>
              </a:defRPr>
            </a:lvl3pPr>
            <a:lvl4pPr>
              <a:defRPr sz="3300" b="1">
                <a:solidFill>
                  <a:srgbClr val="15283E"/>
                </a:solidFill>
                <a:latin typeface="Segoe UI"/>
                <a:ea typeface="Segoe UI"/>
                <a:cs typeface="Segoe UI"/>
              </a:defRPr>
            </a:lvl4pPr>
            <a:lvl5pPr>
              <a:defRPr sz="3300" b="1">
                <a:solidFill>
                  <a:srgbClr val="15283E"/>
                </a:solidFill>
                <a:latin typeface="Segoe UI"/>
                <a:ea typeface="Segoe UI"/>
                <a:cs typeface="Segoe UI"/>
              </a:defRPr>
            </a:lvl5pPr>
            <a:lvl6pPr>
              <a:defRPr sz="3300" b="1">
                <a:solidFill>
                  <a:srgbClr val="15283E"/>
                </a:solidFill>
                <a:latin typeface="Segoe UI"/>
                <a:ea typeface="Segoe UI"/>
                <a:cs typeface="Segoe UI"/>
              </a:defRPr>
            </a:lvl6pPr>
            <a:lvl7pPr>
              <a:defRPr sz="3300" b="1">
                <a:solidFill>
                  <a:srgbClr val="15283E"/>
                </a:solidFill>
                <a:latin typeface="Segoe UI"/>
                <a:ea typeface="Segoe UI"/>
                <a:cs typeface="Segoe UI"/>
              </a:defRPr>
            </a:lvl7pPr>
            <a:lvl8pPr>
              <a:defRPr sz="3300" b="1">
                <a:solidFill>
                  <a:srgbClr val="15283E"/>
                </a:solidFill>
                <a:latin typeface="Segoe UI"/>
                <a:ea typeface="Segoe UI"/>
                <a:cs typeface="Segoe UI"/>
              </a:defRPr>
            </a:lvl8pPr>
            <a:lvl9pPr>
              <a:defRPr sz="3300" b="1">
                <a:solidFill>
                  <a:srgbClr val="15283E"/>
                </a:solidFill>
                <a:latin typeface="Segoe UI"/>
                <a:ea typeface="Segoe UI"/>
                <a:cs typeface="Segoe UI"/>
              </a:defRPr>
            </a:lvl9pPr>
          </a:lstStyle>
          <a:p xmlns:a="http://schemas.openxmlformats.org/drawingml/2006/main">
            <a:pPr>
              <a:defRPr sz="3300" b="1">
                <a:solidFill>
                  <a:srgbClr val="15283E"/>
                </a:solidFill>
                <a:latin typeface="Segoe UI"/>
                <a:ea typeface="Segoe UI"/>
                <a:cs typeface="Segoe UI"/>
              </a:defRPr>
            </a:pPr>
            <a:r>
              <a:rPr sz="3300" b="1">
                <a:solidFill>
                  <a:srgbClr val="15283E"/>
                </a:solidFill>
                <a:latin typeface="Segoe UI"/>
                <a:ea typeface="Segoe UI"/>
                <a:cs typeface="Segoe UI"/>
              </a:rPr>
              <a:t>Engineer: the exception is inside the traceback</a:t>
            </a:r>
          </a:p>
        </p:txBody>
      </p:sp>
      <p:sp>
        <p:nvSpPr>
          <p:cNvPr id="2" name="OpenStack  /  full recorded period  /  logs 4793594 and">
            <a:extLst xmlns:a="http://schemas.openxmlformats.org/drawingml/2006/main">
              <a:ext uri="{FF2B5EF4-FFF2-40B4-BE49-F238E27FC236}">
                <a16:creationId xmlns:a16="http://schemas.microsoft.com/office/drawing/2014/main" id="{822E093C-8480-472C-8DB1-ADE04975B36A}"/>
              </a:ext>
            </a:extLst>
          </p:cNvPr>
          <p:cNvSpPr>
            <a:spLocks xmlns:a="http://schemas.openxmlformats.org/drawingml/2006/main" noGrp="1"/>
          </p:cNvSpPr>
          <p:nvPr/>
        </p:nvSpPr>
        <p:spPr>
          <a:xfrm xmlns:a="http://schemas.openxmlformats.org/drawingml/2006/main">
            <a:off x="609600" y="630555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73"/>
                </a:solidFill>
                <a:latin typeface="Segoe UI"/>
                <a:ea typeface="Segoe UI"/>
                <a:cs typeface="Segoe UI"/>
              </a:defRPr>
            </a:defPPr>
            <a:lvl1pPr>
              <a:defRPr sz="1050" b="0">
                <a:solidFill>
                  <a:srgbClr val="526173"/>
                </a:solidFill>
                <a:latin typeface="Segoe UI"/>
                <a:ea typeface="Segoe UI"/>
                <a:cs typeface="Segoe UI"/>
              </a:defRPr>
            </a:lvl1pPr>
            <a:lvl2pPr>
              <a:defRPr sz="1050" b="0">
                <a:solidFill>
                  <a:srgbClr val="526173"/>
                </a:solidFill>
                <a:latin typeface="Segoe UI"/>
                <a:ea typeface="Segoe UI"/>
                <a:cs typeface="Segoe UI"/>
              </a:defRPr>
            </a:lvl2pPr>
            <a:lvl3pPr>
              <a:defRPr sz="1050" b="0">
                <a:solidFill>
                  <a:srgbClr val="526173"/>
                </a:solidFill>
                <a:latin typeface="Segoe UI"/>
                <a:ea typeface="Segoe UI"/>
                <a:cs typeface="Segoe UI"/>
              </a:defRPr>
            </a:lvl3pPr>
            <a:lvl4pPr>
              <a:defRPr sz="1050" b="0">
                <a:solidFill>
                  <a:srgbClr val="526173"/>
                </a:solidFill>
                <a:latin typeface="Segoe UI"/>
                <a:ea typeface="Segoe UI"/>
                <a:cs typeface="Segoe UI"/>
              </a:defRPr>
            </a:lvl4pPr>
            <a:lvl5pPr>
              <a:defRPr sz="1050" b="0">
                <a:solidFill>
                  <a:srgbClr val="526173"/>
                </a:solidFill>
                <a:latin typeface="Segoe UI"/>
                <a:ea typeface="Segoe UI"/>
                <a:cs typeface="Segoe UI"/>
              </a:defRPr>
            </a:lvl5pPr>
            <a:lvl6pPr>
              <a:defRPr sz="1050" b="0">
                <a:solidFill>
                  <a:srgbClr val="526173"/>
                </a:solidFill>
                <a:latin typeface="Segoe UI"/>
                <a:ea typeface="Segoe UI"/>
                <a:cs typeface="Segoe UI"/>
              </a:defRPr>
            </a:lvl6pPr>
            <a:lvl7pPr>
              <a:defRPr sz="1050" b="0">
                <a:solidFill>
                  <a:srgbClr val="526173"/>
                </a:solidFill>
                <a:latin typeface="Segoe UI"/>
                <a:ea typeface="Segoe UI"/>
                <a:cs typeface="Segoe UI"/>
              </a:defRPr>
            </a:lvl7pPr>
            <a:lvl8pPr>
              <a:defRPr sz="1050" b="0">
                <a:solidFill>
                  <a:srgbClr val="526173"/>
                </a:solidFill>
                <a:latin typeface="Segoe UI"/>
                <a:ea typeface="Segoe UI"/>
                <a:cs typeface="Segoe UI"/>
              </a:defRPr>
            </a:lvl8pPr>
            <a:lvl9pPr>
              <a:defRPr sz="1050" b="0">
                <a:solidFill>
                  <a:srgbClr val="526173"/>
                </a:solidFill>
                <a:latin typeface="Segoe UI"/>
                <a:ea typeface="Segoe UI"/>
                <a:cs typeface="Segoe UI"/>
              </a:defRPr>
            </a:lvl9pPr>
          </a:lstStyle>
          <a:p xmlns:a="http://schemas.openxmlformats.org/drawingml/2006/main">
            <a:pPr>
              <a:defRPr sz="1050" b="0">
                <a:solidFill>
                  <a:srgbClr val="526173"/>
                </a:solidFill>
                <a:latin typeface="Segoe UI"/>
                <a:ea typeface="Segoe UI"/>
                <a:cs typeface="Segoe UI"/>
              </a:defRPr>
            </a:pPr>
            <a:r>
              <a:rPr sz="1050" b="0">
                <a:solidFill>
                  <a:srgbClr val="526173"/>
                </a:solidFill>
                <a:latin typeface="Segoe UI"/>
                <a:ea typeface="Segoe UI"/>
                <a:cs typeface="Segoe UI"/>
              </a:rPr>
              <a:t>OpenStack  /  full recorded period  /  logs 4793594 and 4793598  /  actual agent run, 18 Oct 2026</a:t>
            </a:r>
          </a:p>
        </p:txBody>
      </p:sp>
      <p:sp>
        <p:nvSpPr>
          <p:cNvPr id="3" name="03">
            <a:extLst xmlns:a="http://schemas.openxmlformats.org/drawingml/2006/main">
              <a:ext uri="{FF2B5EF4-FFF2-40B4-BE49-F238E27FC236}">
                <a16:creationId xmlns:a16="http://schemas.microsoft.com/office/drawing/2014/main" id="{81E67383-606E-4AE9-B07F-CD845E2CA297}"/>
              </a:ext>
            </a:extLst>
          </p:cNvPr>
          <p:cNvSpPr>
            <a:spLocks xmlns:a="http://schemas.openxmlformats.org/drawingml/2006/main" noGrp="1"/>
          </p:cNvSpPr>
          <p:nvPr/>
        </p:nvSpPr>
        <p:spPr>
          <a:xfrm xmlns:a="http://schemas.openxmlformats.org/drawingml/2006/main">
            <a:off x="11125200" y="63246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173"/>
                </a:solidFill>
                <a:latin typeface="Segoe UI"/>
                <a:ea typeface="Segoe UI"/>
                <a:cs typeface="Segoe UI"/>
              </a:defRPr>
            </a:defPPr>
            <a:lvl1pPr>
              <a:defRPr sz="1125" b="0">
                <a:solidFill>
                  <a:srgbClr val="526173"/>
                </a:solidFill>
                <a:latin typeface="Segoe UI"/>
                <a:ea typeface="Segoe UI"/>
                <a:cs typeface="Segoe UI"/>
              </a:defRPr>
            </a:lvl1pPr>
            <a:lvl2pPr>
              <a:defRPr sz="1125" b="0">
                <a:solidFill>
                  <a:srgbClr val="526173"/>
                </a:solidFill>
                <a:latin typeface="Segoe UI"/>
                <a:ea typeface="Segoe UI"/>
                <a:cs typeface="Segoe UI"/>
              </a:defRPr>
            </a:lvl2pPr>
            <a:lvl3pPr>
              <a:defRPr sz="1125" b="0">
                <a:solidFill>
                  <a:srgbClr val="526173"/>
                </a:solidFill>
                <a:latin typeface="Segoe UI"/>
                <a:ea typeface="Segoe UI"/>
                <a:cs typeface="Segoe UI"/>
              </a:defRPr>
            </a:lvl3pPr>
            <a:lvl4pPr>
              <a:defRPr sz="1125" b="0">
                <a:solidFill>
                  <a:srgbClr val="526173"/>
                </a:solidFill>
                <a:latin typeface="Segoe UI"/>
                <a:ea typeface="Segoe UI"/>
                <a:cs typeface="Segoe UI"/>
              </a:defRPr>
            </a:lvl4pPr>
            <a:lvl5pPr>
              <a:defRPr sz="1125" b="0">
                <a:solidFill>
                  <a:srgbClr val="526173"/>
                </a:solidFill>
                <a:latin typeface="Segoe UI"/>
                <a:ea typeface="Segoe UI"/>
                <a:cs typeface="Segoe UI"/>
              </a:defRPr>
            </a:lvl5pPr>
            <a:lvl6pPr>
              <a:defRPr sz="1125" b="0">
                <a:solidFill>
                  <a:srgbClr val="526173"/>
                </a:solidFill>
                <a:latin typeface="Segoe UI"/>
                <a:ea typeface="Segoe UI"/>
                <a:cs typeface="Segoe UI"/>
              </a:defRPr>
            </a:lvl6pPr>
            <a:lvl7pPr>
              <a:defRPr sz="1125" b="0">
                <a:solidFill>
                  <a:srgbClr val="526173"/>
                </a:solidFill>
                <a:latin typeface="Segoe UI"/>
                <a:ea typeface="Segoe UI"/>
                <a:cs typeface="Segoe UI"/>
              </a:defRPr>
            </a:lvl7pPr>
            <a:lvl8pPr>
              <a:defRPr sz="1125" b="0">
                <a:solidFill>
                  <a:srgbClr val="526173"/>
                </a:solidFill>
                <a:latin typeface="Segoe UI"/>
                <a:ea typeface="Segoe UI"/>
                <a:cs typeface="Segoe UI"/>
              </a:defRPr>
            </a:lvl8pPr>
            <a:lvl9pPr>
              <a:defRPr sz="1125" b="0">
                <a:solidFill>
                  <a:srgbClr val="526173"/>
                </a:solidFill>
                <a:latin typeface="Segoe UI"/>
                <a:ea typeface="Segoe UI"/>
                <a:cs typeface="Segoe UI"/>
              </a:defRPr>
            </a:lvl9pPr>
          </a:lstStyle>
          <a:p xmlns:a="http://schemas.openxmlformats.org/drawingml/2006/main">
            <a:pPr>
              <a:defRPr sz="1125" b="0">
                <a:solidFill>
                  <a:srgbClr val="526173"/>
                </a:solidFill>
                <a:latin typeface="Segoe UI"/>
                <a:ea typeface="Segoe UI"/>
                <a:cs typeface="Segoe UI"/>
              </a:defRPr>
            </a:pPr>
            <a:r>
              <a:rPr sz="1125" b="0">
                <a:solidFill>
                  <a:srgbClr val="526173"/>
                </a:solidFill>
                <a:latin typeface="Segoe UI"/>
                <a:ea typeface="Segoe UI"/>
                <a:cs typeface="Segoe UI"/>
              </a:rPr>
              <a:t>03</a:t>
            </a:r>
          </a:p>
        </p:txBody>
      </p:sp>
      <p:sp>
        <p:nvSpPr>
          <p:cNvPr id="4" name="8">
            <a:extLst xmlns:a="http://schemas.openxmlformats.org/drawingml/2006/main">
              <a:ext uri="{FF2B5EF4-FFF2-40B4-BE49-F238E27FC236}">
                <a16:creationId xmlns:a16="http://schemas.microsoft.com/office/drawing/2014/main" id="{D4757312-664A-42E0-B4F0-3846C316F6BE}"/>
              </a:ext>
            </a:extLst>
          </p:cNvPr>
          <p:cNvSpPr>
            <a:spLocks xmlns:a="http://schemas.openxmlformats.org/drawingml/2006/main" noGrp="1"/>
          </p:cNvSpPr>
          <p:nvPr/>
        </p:nvSpPr>
        <p:spPr>
          <a:xfrm xmlns:a="http://schemas.openxmlformats.org/drawingml/2006/main">
            <a:off x="609600" y="1809750"/>
            <a:ext cx="20383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900" b="1">
                <a:solidFill>
                  <a:srgbClr val="087F8C"/>
                </a:solidFill>
                <a:latin typeface="Segoe UI"/>
                <a:ea typeface="Segoe UI"/>
                <a:cs typeface="Segoe UI"/>
              </a:defRPr>
            </a:defPPr>
            <a:lvl1pPr>
              <a:defRPr sz="6900" b="1">
                <a:solidFill>
                  <a:srgbClr val="087F8C"/>
                </a:solidFill>
                <a:latin typeface="Segoe UI"/>
                <a:ea typeface="Segoe UI"/>
                <a:cs typeface="Segoe UI"/>
              </a:defRPr>
            </a:lvl1pPr>
            <a:lvl2pPr>
              <a:defRPr sz="6900" b="1">
                <a:solidFill>
                  <a:srgbClr val="087F8C"/>
                </a:solidFill>
                <a:latin typeface="Segoe UI"/>
                <a:ea typeface="Segoe UI"/>
                <a:cs typeface="Segoe UI"/>
              </a:defRPr>
            </a:lvl2pPr>
            <a:lvl3pPr>
              <a:defRPr sz="6900" b="1">
                <a:solidFill>
                  <a:srgbClr val="087F8C"/>
                </a:solidFill>
                <a:latin typeface="Segoe UI"/>
                <a:ea typeface="Segoe UI"/>
                <a:cs typeface="Segoe UI"/>
              </a:defRPr>
            </a:lvl3pPr>
            <a:lvl4pPr>
              <a:defRPr sz="6900" b="1">
                <a:solidFill>
                  <a:srgbClr val="087F8C"/>
                </a:solidFill>
                <a:latin typeface="Segoe UI"/>
                <a:ea typeface="Segoe UI"/>
                <a:cs typeface="Segoe UI"/>
              </a:defRPr>
            </a:lvl4pPr>
            <a:lvl5pPr>
              <a:defRPr sz="6900" b="1">
                <a:solidFill>
                  <a:srgbClr val="087F8C"/>
                </a:solidFill>
                <a:latin typeface="Segoe UI"/>
                <a:ea typeface="Segoe UI"/>
                <a:cs typeface="Segoe UI"/>
              </a:defRPr>
            </a:lvl5pPr>
            <a:lvl6pPr>
              <a:defRPr sz="6900" b="1">
                <a:solidFill>
                  <a:srgbClr val="087F8C"/>
                </a:solidFill>
                <a:latin typeface="Segoe UI"/>
                <a:ea typeface="Segoe UI"/>
                <a:cs typeface="Segoe UI"/>
              </a:defRPr>
            </a:lvl6pPr>
            <a:lvl7pPr>
              <a:defRPr sz="6900" b="1">
                <a:solidFill>
                  <a:srgbClr val="087F8C"/>
                </a:solidFill>
                <a:latin typeface="Segoe UI"/>
                <a:ea typeface="Segoe UI"/>
                <a:cs typeface="Segoe UI"/>
              </a:defRPr>
            </a:lvl7pPr>
            <a:lvl8pPr>
              <a:defRPr sz="6900" b="1">
                <a:solidFill>
                  <a:srgbClr val="087F8C"/>
                </a:solidFill>
                <a:latin typeface="Segoe UI"/>
                <a:ea typeface="Segoe UI"/>
                <a:cs typeface="Segoe UI"/>
              </a:defRPr>
            </a:lvl8pPr>
            <a:lvl9pPr>
              <a:defRPr sz="6900" b="1">
                <a:solidFill>
                  <a:srgbClr val="087F8C"/>
                </a:solidFill>
                <a:latin typeface="Segoe UI"/>
                <a:ea typeface="Segoe UI"/>
                <a:cs typeface="Segoe UI"/>
              </a:defRPr>
            </a:lvl9pPr>
          </a:lstStyle>
          <a:p xmlns:a="http://schemas.openxmlformats.org/drawingml/2006/main">
            <a:pPr>
              <a:defRPr sz="6900" b="1">
                <a:solidFill>
                  <a:srgbClr val="087F8C"/>
                </a:solidFill>
                <a:latin typeface="Segoe UI"/>
                <a:ea typeface="Segoe UI"/>
                <a:cs typeface="Segoe UI"/>
              </a:defRPr>
            </a:pPr>
            <a:r>
              <a:rPr sz="6900" b="1">
                <a:solidFill>
                  <a:srgbClr val="087F8C"/>
                </a:solidFill>
                <a:latin typeface="Segoe UI"/>
                <a:ea typeface="Segoe UI"/>
                <a:cs typeface="Segoe UI"/>
              </a:rPr>
              <a:t>8</a:t>
            </a:r>
          </a:p>
        </p:txBody>
      </p:sp>
      <p:sp>
        <p:nvSpPr>
          <p:cNvPr id="5" name="matching failure headers">
            <a:extLst xmlns:a="http://schemas.openxmlformats.org/drawingml/2006/main">
              <a:ext uri="{FF2B5EF4-FFF2-40B4-BE49-F238E27FC236}">
                <a16:creationId xmlns:a16="http://schemas.microsoft.com/office/drawing/2014/main" id="{8CA2EFBB-4E0A-48B6-8E0B-8129AB6C897F}"/>
              </a:ext>
            </a:extLst>
          </p:cNvPr>
          <p:cNvSpPr>
            <a:spLocks xmlns:a="http://schemas.openxmlformats.org/drawingml/2006/main" noGrp="1"/>
          </p:cNvSpPr>
          <p:nvPr/>
        </p:nvSpPr>
        <p:spPr>
          <a:xfrm xmlns:a="http://schemas.openxmlformats.org/drawingml/2006/main">
            <a:off x="647700" y="2905125"/>
            <a:ext cx="24669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173"/>
                </a:solidFill>
                <a:latin typeface="Segoe UI"/>
                <a:ea typeface="Segoe UI"/>
                <a:cs typeface="Segoe UI"/>
              </a:defRPr>
            </a:defPPr>
            <a:lvl1pPr>
              <a:defRPr sz="1950" b="0">
                <a:solidFill>
                  <a:srgbClr val="526173"/>
                </a:solidFill>
                <a:latin typeface="Segoe UI"/>
                <a:ea typeface="Segoe UI"/>
                <a:cs typeface="Segoe UI"/>
              </a:defRPr>
            </a:lvl1pPr>
            <a:lvl2pPr>
              <a:defRPr sz="1950" b="0">
                <a:solidFill>
                  <a:srgbClr val="526173"/>
                </a:solidFill>
                <a:latin typeface="Segoe UI"/>
                <a:ea typeface="Segoe UI"/>
                <a:cs typeface="Segoe UI"/>
              </a:defRPr>
            </a:lvl2pPr>
            <a:lvl3pPr>
              <a:defRPr sz="1950" b="0">
                <a:solidFill>
                  <a:srgbClr val="526173"/>
                </a:solidFill>
                <a:latin typeface="Segoe UI"/>
                <a:ea typeface="Segoe UI"/>
                <a:cs typeface="Segoe UI"/>
              </a:defRPr>
            </a:lvl3pPr>
            <a:lvl4pPr>
              <a:defRPr sz="1950" b="0">
                <a:solidFill>
                  <a:srgbClr val="526173"/>
                </a:solidFill>
                <a:latin typeface="Segoe UI"/>
                <a:ea typeface="Segoe UI"/>
                <a:cs typeface="Segoe UI"/>
              </a:defRPr>
            </a:lvl4pPr>
            <a:lvl5pPr>
              <a:defRPr sz="1950" b="0">
                <a:solidFill>
                  <a:srgbClr val="526173"/>
                </a:solidFill>
                <a:latin typeface="Segoe UI"/>
                <a:ea typeface="Segoe UI"/>
                <a:cs typeface="Segoe UI"/>
              </a:defRPr>
            </a:lvl5pPr>
            <a:lvl6pPr>
              <a:defRPr sz="1950" b="0">
                <a:solidFill>
                  <a:srgbClr val="526173"/>
                </a:solidFill>
                <a:latin typeface="Segoe UI"/>
                <a:ea typeface="Segoe UI"/>
                <a:cs typeface="Segoe UI"/>
              </a:defRPr>
            </a:lvl6pPr>
            <a:lvl7pPr>
              <a:defRPr sz="1950" b="0">
                <a:solidFill>
                  <a:srgbClr val="526173"/>
                </a:solidFill>
                <a:latin typeface="Segoe UI"/>
                <a:ea typeface="Segoe UI"/>
                <a:cs typeface="Segoe UI"/>
              </a:defRPr>
            </a:lvl7pPr>
            <a:lvl8pPr>
              <a:defRPr sz="1950" b="0">
                <a:solidFill>
                  <a:srgbClr val="526173"/>
                </a:solidFill>
                <a:latin typeface="Segoe UI"/>
                <a:ea typeface="Segoe UI"/>
                <a:cs typeface="Segoe UI"/>
              </a:defRPr>
            </a:lvl8pPr>
            <a:lvl9pPr>
              <a:defRPr sz="1950" b="0">
                <a:solidFill>
                  <a:srgbClr val="526173"/>
                </a:solidFill>
                <a:latin typeface="Segoe UI"/>
                <a:ea typeface="Segoe UI"/>
                <a:cs typeface="Segoe UI"/>
              </a:defRPr>
            </a:lvl9pPr>
          </a:lstStyle>
          <a:p xmlns:a="http://schemas.openxmlformats.org/drawingml/2006/main">
            <a:pPr>
              <a:defRPr sz="1950" b="0">
                <a:solidFill>
                  <a:srgbClr val="526173"/>
                </a:solidFill>
                <a:latin typeface="Segoe UI"/>
                <a:ea typeface="Segoe UI"/>
                <a:cs typeface="Segoe UI"/>
              </a:defRPr>
            </a:pPr>
            <a:r>
              <a:rPr sz="1950" b="0">
                <a:solidFill>
                  <a:srgbClr val="526173"/>
                </a:solidFill>
                <a:latin typeface="Segoe UI"/>
                <a:ea typeface="Segoe UI"/>
                <a:cs typeface="Segoe UI"/>
              </a:rPr>
              <a:t>matching failure headers</a:t>
            </a:r>
          </a:p>
        </p:txBody>
      </p:sp>
      <p:sp>
        <p:nvSpPr>
          <p:cNvPr id="6" name="InvalidDiskInfo">
            <a:extLst xmlns:a="http://schemas.openxmlformats.org/drawingml/2006/main">
              <a:ext uri="{FF2B5EF4-FFF2-40B4-BE49-F238E27FC236}">
                <a16:creationId xmlns:a16="http://schemas.microsoft.com/office/drawing/2014/main" id="{260F5329-6623-4E55-84E2-B1A3A78C0B78}"/>
              </a:ext>
            </a:extLst>
          </p:cNvPr>
          <p:cNvSpPr>
            <a:spLocks xmlns:a="http://schemas.openxmlformats.org/drawingml/2006/main" noGrp="1"/>
          </p:cNvSpPr>
          <p:nvPr/>
        </p:nvSpPr>
        <p:spPr>
          <a:xfrm xmlns:a="http://schemas.openxmlformats.org/drawingml/2006/main">
            <a:off x="3562350" y="1924050"/>
            <a:ext cx="78676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5283E"/>
                </a:solidFill>
                <a:latin typeface="Segoe UI"/>
                <a:ea typeface="Segoe UI"/>
                <a:cs typeface="Segoe UI"/>
              </a:defRPr>
            </a:defPPr>
            <a:lvl1pPr>
              <a:defRPr sz="3225" b="1">
                <a:solidFill>
                  <a:srgbClr val="15283E"/>
                </a:solidFill>
                <a:latin typeface="Segoe UI"/>
                <a:ea typeface="Segoe UI"/>
                <a:cs typeface="Segoe UI"/>
              </a:defRPr>
            </a:lvl1pPr>
            <a:lvl2pPr>
              <a:defRPr sz="3225" b="1">
                <a:solidFill>
                  <a:srgbClr val="15283E"/>
                </a:solidFill>
                <a:latin typeface="Segoe UI"/>
                <a:ea typeface="Segoe UI"/>
                <a:cs typeface="Segoe UI"/>
              </a:defRPr>
            </a:lvl2pPr>
            <a:lvl3pPr>
              <a:defRPr sz="3225" b="1">
                <a:solidFill>
                  <a:srgbClr val="15283E"/>
                </a:solidFill>
                <a:latin typeface="Segoe UI"/>
                <a:ea typeface="Segoe UI"/>
                <a:cs typeface="Segoe UI"/>
              </a:defRPr>
            </a:lvl3pPr>
            <a:lvl4pPr>
              <a:defRPr sz="3225" b="1">
                <a:solidFill>
                  <a:srgbClr val="15283E"/>
                </a:solidFill>
                <a:latin typeface="Segoe UI"/>
                <a:ea typeface="Segoe UI"/>
                <a:cs typeface="Segoe UI"/>
              </a:defRPr>
            </a:lvl4pPr>
            <a:lvl5pPr>
              <a:defRPr sz="3225" b="1">
                <a:solidFill>
                  <a:srgbClr val="15283E"/>
                </a:solidFill>
                <a:latin typeface="Segoe UI"/>
                <a:ea typeface="Segoe UI"/>
                <a:cs typeface="Segoe UI"/>
              </a:defRPr>
            </a:lvl5pPr>
            <a:lvl6pPr>
              <a:defRPr sz="3225" b="1">
                <a:solidFill>
                  <a:srgbClr val="15283E"/>
                </a:solidFill>
                <a:latin typeface="Segoe UI"/>
                <a:ea typeface="Segoe UI"/>
                <a:cs typeface="Segoe UI"/>
              </a:defRPr>
            </a:lvl6pPr>
            <a:lvl7pPr>
              <a:defRPr sz="3225" b="1">
                <a:solidFill>
                  <a:srgbClr val="15283E"/>
                </a:solidFill>
                <a:latin typeface="Segoe UI"/>
                <a:ea typeface="Segoe UI"/>
                <a:cs typeface="Segoe UI"/>
              </a:defRPr>
            </a:lvl7pPr>
            <a:lvl8pPr>
              <a:defRPr sz="3225" b="1">
                <a:solidFill>
                  <a:srgbClr val="15283E"/>
                </a:solidFill>
                <a:latin typeface="Segoe UI"/>
                <a:ea typeface="Segoe UI"/>
                <a:cs typeface="Segoe UI"/>
              </a:defRPr>
            </a:lvl8pPr>
            <a:lvl9pPr>
              <a:defRPr sz="3225" b="1">
                <a:solidFill>
                  <a:srgbClr val="15283E"/>
                </a:solidFill>
                <a:latin typeface="Segoe UI"/>
                <a:ea typeface="Segoe UI"/>
                <a:cs typeface="Segoe UI"/>
              </a:defRPr>
            </a:lvl9pPr>
          </a:lstStyle>
          <a:p xmlns:a="http://schemas.openxmlformats.org/drawingml/2006/main">
            <a:pPr>
              <a:defRPr sz="3225" b="1">
                <a:solidFill>
                  <a:srgbClr val="15283E"/>
                </a:solidFill>
                <a:latin typeface="Segoe UI"/>
                <a:ea typeface="Segoe UI"/>
                <a:cs typeface="Segoe UI"/>
              </a:defRPr>
            </a:pPr>
            <a:r>
              <a:rPr sz="3225" b="1">
                <a:solidFill>
                  <a:srgbClr val="15283E"/>
                </a:solidFill>
                <a:latin typeface="Segoe UI"/>
                <a:ea typeface="Segoe UI"/>
                <a:cs typeface="Segoe UI"/>
              </a:rPr>
              <a:t>InvalidDiskInfo</a:t>
            </a:r>
          </a:p>
        </p:txBody>
      </p:sp>
      <p:sp>
        <p:nvSpPr>
          <p:cNvPr id="7" name="qemu-img cannot open the instance disk:&#10;“No such file o">
            <a:extLst xmlns:a="http://schemas.openxmlformats.org/drawingml/2006/main">
              <a:ext uri="{FF2B5EF4-FFF2-40B4-BE49-F238E27FC236}">
                <a16:creationId xmlns:a16="http://schemas.microsoft.com/office/drawing/2014/main" id="{71C7FB97-3818-426D-9F60-7F76BC526849}"/>
              </a:ext>
            </a:extLst>
          </p:cNvPr>
          <p:cNvSpPr>
            <a:spLocks xmlns:a="http://schemas.openxmlformats.org/drawingml/2006/main" noGrp="1"/>
          </p:cNvSpPr>
          <p:nvPr/>
        </p:nvSpPr>
        <p:spPr>
          <a:xfrm xmlns:a="http://schemas.openxmlformats.org/drawingml/2006/main">
            <a:off x="3562350" y="2790825"/>
            <a:ext cx="78676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5283E"/>
                </a:solidFill>
                <a:latin typeface="Segoe UI"/>
                <a:ea typeface="Segoe UI"/>
                <a:cs typeface="Segoe UI"/>
              </a:defRPr>
            </a:defPPr>
            <a:lvl1pPr>
              <a:defRPr sz="2325" b="0">
                <a:solidFill>
                  <a:srgbClr val="15283E"/>
                </a:solidFill>
                <a:latin typeface="Segoe UI"/>
                <a:ea typeface="Segoe UI"/>
                <a:cs typeface="Segoe UI"/>
              </a:defRPr>
            </a:lvl1pPr>
            <a:lvl2pPr>
              <a:defRPr sz="2325" b="0">
                <a:solidFill>
                  <a:srgbClr val="15283E"/>
                </a:solidFill>
                <a:latin typeface="Segoe UI"/>
                <a:ea typeface="Segoe UI"/>
                <a:cs typeface="Segoe UI"/>
              </a:defRPr>
            </a:lvl2pPr>
            <a:lvl3pPr>
              <a:defRPr sz="2325" b="0">
                <a:solidFill>
                  <a:srgbClr val="15283E"/>
                </a:solidFill>
                <a:latin typeface="Segoe UI"/>
                <a:ea typeface="Segoe UI"/>
                <a:cs typeface="Segoe UI"/>
              </a:defRPr>
            </a:lvl3pPr>
            <a:lvl4pPr>
              <a:defRPr sz="2325" b="0">
                <a:solidFill>
                  <a:srgbClr val="15283E"/>
                </a:solidFill>
                <a:latin typeface="Segoe UI"/>
                <a:ea typeface="Segoe UI"/>
                <a:cs typeface="Segoe UI"/>
              </a:defRPr>
            </a:lvl4pPr>
            <a:lvl5pPr>
              <a:defRPr sz="2325" b="0">
                <a:solidFill>
                  <a:srgbClr val="15283E"/>
                </a:solidFill>
                <a:latin typeface="Segoe UI"/>
                <a:ea typeface="Segoe UI"/>
                <a:cs typeface="Segoe UI"/>
              </a:defRPr>
            </a:lvl5pPr>
            <a:lvl6pPr>
              <a:defRPr sz="2325" b="0">
                <a:solidFill>
                  <a:srgbClr val="15283E"/>
                </a:solidFill>
                <a:latin typeface="Segoe UI"/>
                <a:ea typeface="Segoe UI"/>
                <a:cs typeface="Segoe UI"/>
              </a:defRPr>
            </a:lvl6pPr>
            <a:lvl7pPr>
              <a:defRPr sz="2325" b="0">
                <a:solidFill>
                  <a:srgbClr val="15283E"/>
                </a:solidFill>
                <a:latin typeface="Segoe UI"/>
                <a:ea typeface="Segoe UI"/>
                <a:cs typeface="Segoe UI"/>
              </a:defRPr>
            </a:lvl7pPr>
            <a:lvl8pPr>
              <a:defRPr sz="2325" b="0">
                <a:solidFill>
                  <a:srgbClr val="15283E"/>
                </a:solidFill>
                <a:latin typeface="Segoe UI"/>
                <a:ea typeface="Segoe UI"/>
                <a:cs typeface="Segoe UI"/>
              </a:defRPr>
            </a:lvl8pPr>
            <a:lvl9pPr>
              <a:defRPr sz="2325" b="0">
                <a:solidFill>
                  <a:srgbClr val="15283E"/>
                </a:solidFill>
                <a:latin typeface="Segoe UI"/>
                <a:ea typeface="Segoe UI"/>
                <a:cs typeface="Segoe UI"/>
              </a:defRPr>
            </a:lvl9pPr>
          </a:lstStyle>
          <a:p xmlns:a="http://schemas.openxmlformats.org/drawingml/2006/main">
            <a:pPr>
              <a:defRPr sz="2325" b="0">
                <a:solidFill>
                  <a:srgbClr val="15283E"/>
                </a:solidFill>
                <a:latin typeface="Segoe UI"/>
                <a:ea typeface="Segoe UI"/>
                <a:cs typeface="Segoe UI"/>
              </a:defRPr>
            </a:pPr>
            <a:r>
              <a:rPr sz="2325" b="0">
                <a:solidFill>
                  <a:srgbClr val="15283E"/>
                </a:solidFill>
                <a:latin typeface="Segoe UI"/>
                <a:ea typeface="Segoe UI"/>
                <a:cs typeface="Segoe UI"/>
              </a:rPr>
              <a:t>qemu-img cannot open the instance disk:</a:t>
            </a:r>
          </a:p>
          <a:p xmlns:a="http://schemas.openxmlformats.org/drawingml/2006/main">
            <a:pPr>
              <a:defRPr sz="2325" b="0">
                <a:solidFill>
                  <a:srgbClr val="15283E"/>
                </a:solidFill>
                <a:latin typeface="Segoe UI"/>
                <a:ea typeface="Segoe UI"/>
                <a:cs typeface="Segoe UI"/>
              </a:defRPr>
            </a:pPr>
            <a:r>
              <a:rPr sz="2325" b="0">
                <a:solidFill>
                  <a:srgbClr val="15283E"/>
                </a:solidFill>
                <a:latin typeface="Segoe UI"/>
                <a:ea typeface="Segoe UI"/>
                <a:cs typeface="Segoe UI"/>
              </a:rPr>
              <a:t>“No such file or directory”</a:t>
            </a:r>
          </a:p>
        </p:txBody>
      </p:sp>
      <p:sp>
        <p:nvSpPr>
          <p:cNvPr id="8" name="Next check">
            <a:extLst xmlns:a="http://schemas.openxmlformats.org/drawingml/2006/main">
              <a:ext uri="{FF2B5EF4-FFF2-40B4-BE49-F238E27FC236}">
                <a16:creationId xmlns:a16="http://schemas.microsoft.com/office/drawing/2014/main" id="{17121205-FC6F-4F7B-820B-26340BCC6EB1}"/>
              </a:ext>
            </a:extLst>
          </p:cNvPr>
          <p:cNvSpPr>
            <a:spLocks xmlns:a="http://schemas.openxmlformats.org/drawingml/2006/main" noGrp="1"/>
          </p:cNvSpPr>
          <p:nvPr/>
        </p:nvSpPr>
        <p:spPr>
          <a:xfrm xmlns:a="http://schemas.openxmlformats.org/drawingml/2006/main">
            <a:off x="609600" y="4295775"/>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087F8C"/>
                </a:solidFill>
                <a:latin typeface="Segoe UI"/>
                <a:ea typeface="Segoe UI"/>
                <a:cs typeface="Segoe UI"/>
              </a:defRPr>
            </a:defPPr>
            <a:lvl1pPr>
              <a:defRPr sz="2025" b="1">
                <a:solidFill>
                  <a:srgbClr val="087F8C"/>
                </a:solidFill>
                <a:latin typeface="Segoe UI"/>
                <a:ea typeface="Segoe UI"/>
                <a:cs typeface="Segoe UI"/>
              </a:defRPr>
            </a:lvl1pPr>
            <a:lvl2pPr>
              <a:defRPr sz="2025" b="1">
                <a:solidFill>
                  <a:srgbClr val="087F8C"/>
                </a:solidFill>
                <a:latin typeface="Segoe UI"/>
                <a:ea typeface="Segoe UI"/>
                <a:cs typeface="Segoe UI"/>
              </a:defRPr>
            </a:lvl2pPr>
            <a:lvl3pPr>
              <a:defRPr sz="2025" b="1">
                <a:solidFill>
                  <a:srgbClr val="087F8C"/>
                </a:solidFill>
                <a:latin typeface="Segoe UI"/>
                <a:ea typeface="Segoe UI"/>
                <a:cs typeface="Segoe UI"/>
              </a:defRPr>
            </a:lvl3pPr>
            <a:lvl4pPr>
              <a:defRPr sz="2025" b="1">
                <a:solidFill>
                  <a:srgbClr val="087F8C"/>
                </a:solidFill>
                <a:latin typeface="Segoe UI"/>
                <a:ea typeface="Segoe UI"/>
                <a:cs typeface="Segoe UI"/>
              </a:defRPr>
            </a:lvl4pPr>
            <a:lvl5pPr>
              <a:defRPr sz="2025" b="1">
                <a:solidFill>
                  <a:srgbClr val="087F8C"/>
                </a:solidFill>
                <a:latin typeface="Segoe UI"/>
                <a:ea typeface="Segoe UI"/>
                <a:cs typeface="Segoe UI"/>
              </a:defRPr>
            </a:lvl5pPr>
            <a:lvl6pPr>
              <a:defRPr sz="2025" b="1">
                <a:solidFill>
                  <a:srgbClr val="087F8C"/>
                </a:solidFill>
                <a:latin typeface="Segoe UI"/>
                <a:ea typeface="Segoe UI"/>
                <a:cs typeface="Segoe UI"/>
              </a:defRPr>
            </a:lvl6pPr>
            <a:lvl7pPr>
              <a:defRPr sz="2025" b="1">
                <a:solidFill>
                  <a:srgbClr val="087F8C"/>
                </a:solidFill>
                <a:latin typeface="Segoe UI"/>
                <a:ea typeface="Segoe UI"/>
                <a:cs typeface="Segoe UI"/>
              </a:defRPr>
            </a:lvl7pPr>
            <a:lvl8pPr>
              <a:defRPr sz="2025" b="1">
                <a:solidFill>
                  <a:srgbClr val="087F8C"/>
                </a:solidFill>
                <a:latin typeface="Segoe UI"/>
                <a:ea typeface="Segoe UI"/>
                <a:cs typeface="Segoe UI"/>
              </a:defRPr>
            </a:lvl8pPr>
            <a:lvl9pPr>
              <a:defRPr sz="2025" b="1">
                <a:solidFill>
                  <a:srgbClr val="087F8C"/>
                </a:solidFill>
                <a:latin typeface="Segoe UI"/>
                <a:ea typeface="Segoe UI"/>
                <a:cs typeface="Segoe UI"/>
              </a:defRPr>
            </a:lvl9pPr>
          </a:lstStyle>
          <a:p xmlns:a="http://schemas.openxmlformats.org/drawingml/2006/main">
            <a:pPr>
              <a:defRPr sz="2025" b="1">
                <a:solidFill>
                  <a:srgbClr val="087F8C"/>
                </a:solidFill>
                <a:latin typeface="Segoe UI"/>
                <a:ea typeface="Segoe UI"/>
                <a:cs typeface="Segoe UI"/>
              </a:defRPr>
            </a:pPr>
            <a:r>
              <a:rPr sz="2025" b="1">
                <a:solidFill>
                  <a:srgbClr val="087F8C"/>
                </a:solidFill>
                <a:latin typeface="Segoe UI"/>
                <a:ea typeface="Segoe UI"/>
                <a:cs typeface="Segoe UI"/>
              </a:rPr>
              <a:t>Next check</a:t>
            </a:r>
          </a:p>
        </p:txBody>
      </p:sp>
      <p:sp>
        <p:nvSpPr>
          <p:cNvPr id="9" name="Inspect the disk path and correlate VM deletion or stor">
            <a:extLst xmlns:a="http://schemas.openxmlformats.org/drawingml/2006/main">
              <a:ext uri="{FF2B5EF4-FFF2-40B4-BE49-F238E27FC236}">
                <a16:creationId xmlns:a16="http://schemas.microsoft.com/office/drawing/2014/main" id="{6ABB7C53-D4DD-4F7D-B6C4-5D8584A52F8C}"/>
              </a:ext>
            </a:extLst>
          </p:cNvPr>
          <p:cNvSpPr>
            <a:spLocks xmlns:a="http://schemas.openxmlformats.org/drawingml/2006/main" noGrp="1"/>
          </p:cNvSpPr>
          <p:nvPr/>
        </p:nvSpPr>
        <p:spPr>
          <a:xfrm xmlns:a="http://schemas.openxmlformats.org/drawingml/2006/main">
            <a:off x="3562350" y="4267200"/>
            <a:ext cx="7867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5283E"/>
                </a:solidFill>
                <a:latin typeface="Segoe UI"/>
                <a:ea typeface="Segoe UI"/>
                <a:cs typeface="Segoe UI"/>
              </a:defRPr>
            </a:defPPr>
            <a:lvl1pPr>
              <a:defRPr sz="2250" b="0">
                <a:solidFill>
                  <a:srgbClr val="15283E"/>
                </a:solidFill>
                <a:latin typeface="Segoe UI"/>
                <a:ea typeface="Segoe UI"/>
                <a:cs typeface="Segoe UI"/>
              </a:defRPr>
            </a:lvl1pPr>
            <a:lvl2pPr>
              <a:defRPr sz="2250" b="0">
                <a:solidFill>
                  <a:srgbClr val="15283E"/>
                </a:solidFill>
                <a:latin typeface="Segoe UI"/>
                <a:ea typeface="Segoe UI"/>
                <a:cs typeface="Segoe UI"/>
              </a:defRPr>
            </a:lvl2pPr>
            <a:lvl3pPr>
              <a:defRPr sz="2250" b="0">
                <a:solidFill>
                  <a:srgbClr val="15283E"/>
                </a:solidFill>
                <a:latin typeface="Segoe UI"/>
                <a:ea typeface="Segoe UI"/>
                <a:cs typeface="Segoe UI"/>
              </a:defRPr>
            </a:lvl3pPr>
            <a:lvl4pPr>
              <a:defRPr sz="2250" b="0">
                <a:solidFill>
                  <a:srgbClr val="15283E"/>
                </a:solidFill>
                <a:latin typeface="Segoe UI"/>
                <a:ea typeface="Segoe UI"/>
                <a:cs typeface="Segoe UI"/>
              </a:defRPr>
            </a:lvl4pPr>
            <a:lvl5pPr>
              <a:defRPr sz="2250" b="0">
                <a:solidFill>
                  <a:srgbClr val="15283E"/>
                </a:solidFill>
                <a:latin typeface="Segoe UI"/>
                <a:ea typeface="Segoe UI"/>
                <a:cs typeface="Segoe UI"/>
              </a:defRPr>
            </a:lvl5pPr>
            <a:lvl6pPr>
              <a:defRPr sz="2250" b="0">
                <a:solidFill>
                  <a:srgbClr val="15283E"/>
                </a:solidFill>
                <a:latin typeface="Segoe UI"/>
                <a:ea typeface="Segoe UI"/>
                <a:cs typeface="Segoe UI"/>
              </a:defRPr>
            </a:lvl6pPr>
            <a:lvl7pPr>
              <a:defRPr sz="2250" b="0">
                <a:solidFill>
                  <a:srgbClr val="15283E"/>
                </a:solidFill>
                <a:latin typeface="Segoe UI"/>
                <a:ea typeface="Segoe UI"/>
                <a:cs typeface="Segoe UI"/>
              </a:defRPr>
            </a:lvl7pPr>
            <a:lvl8pPr>
              <a:defRPr sz="2250" b="0">
                <a:solidFill>
                  <a:srgbClr val="15283E"/>
                </a:solidFill>
                <a:latin typeface="Segoe UI"/>
                <a:ea typeface="Segoe UI"/>
                <a:cs typeface="Segoe UI"/>
              </a:defRPr>
            </a:lvl8pPr>
            <a:lvl9pPr>
              <a:defRPr sz="2250" b="0">
                <a:solidFill>
                  <a:srgbClr val="15283E"/>
                </a:solidFill>
                <a:latin typeface="Segoe UI"/>
                <a:ea typeface="Segoe UI"/>
                <a:cs typeface="Segoe UI"/>
              </a:defRPr>
            </a:lvl9pPr>
          </a:lstStyle>
          <a:p xmlns:a="http://schemas.openxmlformats.org/drawingml/2006/main">
            <a:pPr>
              <a:defRPr sz="2250" b="0">
                <a:solidFill>
                  <a:srgbClr val="15283E"/>
                </a:solidFill>
                <a:latin typeface="Segoe UI"/>
                <a:ea typeface="Segoe UI"/>
                <a:cs typeface="Segoe UI"/>
              </a:defRPr>
            </a:pPr>
            <a:r>
              <a:rPr sz="2250" b="0">
                <a:solidFill>
                  <a:srgbClr val="15283E"/>
                </a:solidFill>
                <a:latin typeface="Segoe UI"/>
                <a:ea typeface="Segoe UI"/>
                <a:cs typeface="Segoe UI"/>
              </a:rPr>
              <a:t>Inspect the disk path and correlate VM deletion or storage activity.</a:t>
            </a:r>
          </a:p>
        </p:txBody>
      </p:sp>
      <p:sp>
        <p:nvSpPr>
          <p:cNvPr id="10" name="The inspected traceback establishes the immediate failu">
            <a:extLst xmlns:a="http://schemas.openxmlformats.org/drawingml/2006/main">
              <a:ext uri="{FF2B5EF4-FFF2-40B4-BE49-F238E27FC236}">
                <a16:creationId xmlns:a16="http://schemas.microsoft.com/office/drawing/2014/main" id="{CE3F0F8A-1815-4957-A7DD-ED8697CF8860}"/>
              </a:ext>
            </a:extLst>
          </p:cNvPr>
          <p:cNvSpPr>
            <a:spLocks xmlns:a="http://schemas.openxmlformats.org/drawingml/2006/main" noGrp="1"/>
          </p:cNvSpPr>
          <p:nvPr/>
        </p:nvSpPr>
        <p:spPr>
          <a:xfrm xmlns:a="http://schemas.openxmlformats.org/drawingml/2006/main">
            <a:off x="609600" y="54102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173"/>
                </a:solidFill>
                <a:latin typeface="Segoe UI"/>
                <a:ea typeface="Segoe UI"/>
                <a:cs typeface="Segoe UI"/>
              </a:defRPr>
            </a:defPPr>
            <a:lvl1pPr>
              <a:defRPr sz="1725" b="0">
                <a:solidFill>
                  <a:srgbClr val="526173"/>
                </a:solidFill>
                <a:latin typeface="Segoe UI"/>
                <a:ea typeface="Segoe UI"/>
                <a:cs typeface="Segoe UI"/>
              </a:defRPr>
            </a:lvl1pPr>
            <a:lvl2pPr>
              <a:defRPr sz="1725" b="0">
                <a:solidFill>
                  <a:srgbClr val="526173"/>
                </a:solidFill>
                <a:latin typeface="Segoe UI"/>
                <a:ea typeface="Segoe UI"/>
                <a:cs typeface="Segoe UI"/>
              </a:defRPr>
            </a:lvl2pPr>
            <a:lvl3pPr>
              <a:defRPr sz="1725" b="0">
                <a:solidFill>
                  <a:srgbClr val="526173"/>
                </a:solidFill>
                <a:latin typeface="Segoe UI"/>
                <a:ea typeface="Segoe UI"/>
                <a:cs typeface="Segoe UI"/>
              </a:defRPr>
            </a:lvl3pPr>
            <a:lvl4pPr>
              <a:defRPr sz="1725" b="0">
                <a:solidFill>
                  <a:srgbClr val="526173"/>
                </a:solidFill>
                <a:latin typeface="Segoe UI"/>
                <a:ea typeface="Segoe UI"/>
                <a:cs typeface="Segoe UI"/>
              </a:defRPr>
            </a:lvl4pPr>
            <a:lvl5pPr>
              <a:defRPr sz="1725" b="0">
                <a:solidFill>
                  <a:srgbClr val="526173"/>
                </a:solidFill>
                <a:latin typeface="Segoe UI"/>
                <a:ea typeface="Segoe UI"/>
                <a:cs typeface="Segoe UI"/>
              </a:defRPr>
            </a:lvl5pPr>
            <a:lvl6pPr>
              <a:defRPr sz="1725" b="0">
                <a:solidFill>
                  <a:srgbClr val="526173"/>
                </a:solidFill>
                <a:latin typeface="Segoe UI"/>
                <a:ea typeface="Segoe UI"/>
                <a:cs typeface="Segoe UI"/>
              </a:defRPr>
            </a:lvl6pPr>
            <a:lvl7pPr>
              <a:defRPr sz="1725" b="0">
                <a:solidFill>
                  <a:srgbClr val="526173"/>
                </a:solidFill>
                <a:latin typeface="Segoe UI"/>
                <a:ea typeface="Segoe UI"/>
                <a:cs typeface="Segoe UI"/>
              </a:defRPr>
            </a:lvl7pPr>
            <a:lvl8pPr>
              <a:defRPr sz="1725" b="0">
                <a:solidFill>
                  <a:srgbClr val="526173"/>
                </a:solidFill>
                <a:latin typeface="Segoe UI"/>
                <a:ea typeface="Segoe UI"/>
                <a:cs typeface="Segoe UI"/>
              </a:defRPr>
            </a:lvl8pPr>
            <a:lvl9pPr>
              <a:defRPr sz="1725" b="0">
                <a:solidFill>
                  <a:srgbClr val="526173"/>
                </a:solidFill>
                <a:latin typeface="Segoe UI"/>
                <a:ea typeface="Segoe UI"/>
                <a:cs typeface="Segoe UI"/>
              </a:defRPr>
            </a:lvl9pPr>
          </a:lstStyle>
          <a:p xmlns:a="http://schemas.openxmlformats.org/drawingml/2006/main">
            <a:pPr>
              <a:defRPr sz="1725" b="0">
                <a:solidFill>
                  <a:srgbClr val="526173"/>
                </a:solidFill>
                <a:latin typeface="Segoe UI"/>
                <a:ea typeface="Segoe UI"/>
                <a:cs typeface="Segoe UI"/>
              </a:defRPr>
            </a:pPr>
            <a:r>
              <a:rPr sz="1725" b="0">
                <a:solidFill>
                  <a:srgbClr val="526173"/>
                </a:solidFill>
                <a:latin typeface="Segoe UI"/>
                <a:ea typeface="Segoe UI"/>
                <a:cs typeface="Segoe UI"/>
              </a:rPr>
              <a:t>The inspected traceback establishes the immediate failure.</a:t>
            </a:r>
          </a:p>
          <a:p xmlns:a="http://schemas.openxmlformats.org/drawingml/2006/main">
            <a:pPr>
              <a:defRPr sz="1725" b="0">
                <a:solidFill>
                  <a:srgbClr val="526173"/>
                </a:solidFill>
                <a:latin typeface="Segoe UI"/>
                <a:ea typeface="Segoe UI"/>
                <a:cs typeface="Segoe UI"/>
              </a:defRPr>
            </a:pPr>
            <a:r>
              <a:rPr sz="1725" b="0">
                <a:solidFill>
                  <a:srgbClr val="526173"/>
                </a:solidFill>
                <a:latin typeface="Segoe UI"/>
                <a:ea typeface="Segoe UI"/>
                <a:cs typeface="Segoe UI"/>
              </a:rPr>
              <a:t>The underlying reason and the other seven reports still need checking.</a:t>
            </a:r>
          </a:p>
        </p:txBody>
      </p:sp>
    </p:spTree>
    <p:extLst>
      <p:ext uri="{BB962C8B-B14F-4D97-AF65-F5344CB8AC3E}">
        <p14:creationId xmlns:p14="http://schemas.microsoft.com/office/powerpoint/2010/main" val="13921680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am Lead: recurring patterns and their reach">
            <a:extLst xmlns:a="http://schemas.openxmlformats.org/drawingml/2006/main">
              <a:ext uri="{FF2B5EF4-FFF2-40B4-BE49-F238E27FC236}">
                <a16:creationId xmlns:a16="http://schemas.microsoft.com/office/drawing/2014/main" id="{3E44993B-48E9-479C-812E-45BF134FFD96}"/>
              </a:ext>
            </a:extLst>
          </p:cNvPr>
          <p:cNvSpPr>
            <a:spLocks xmlns:a="http://schemas.openxmlformats.org/drawingml/2006/main" noGrp="1"/>
          </p:cNvSpPr>
          <p:nvPr/>
        </p:nvSpPr>
        <p:spPr>
          <a:xfrm xmlns:a="http://schemas.openxmlformats.org/drawingml/2006/main">
            <a:off x="609600" y="466725"/>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83E"/>
                </a:solidFill>
                <a:latin typeface="Segoe UI"/>
                <a:ea typeface="Segoe UI"/>
                <a:cs typeface="Segoe UI"/>
              </a:defRPr>
            </a:defPPr>
            <a:lvl1pPr>
              <a:defRPr sz="3300" b="1">
                <a:solidFill>
                  <a:srgbClr val="15283E"/>
                </a:solidFill>
                <a:latin typeface="Segoe UI"/>
                <a:ea typeface="Segoe UI"/>
                <a:cs typeface="Segoe UI"/>
              </a:defRPr>
            </a:lvl1pPr>
            <a:lvl2pPr>
              <a:defRPr sz="3300" b="1">
                <a:solidFill>
                  <a:srgbClr val="15283E"/>
                </a:solidFill>
                <a:latin typeface="Segoe UI"/>
                <a:ea typeface="Segoe UI"/>
                <a:cs typeface="Segoe UI"/>
              </a:defRPr>
            </a:lvl2pPr>
            <a:lvl3pPr>
              <a:defRPr sz="3300" b="1">
                <a:solidFill>
                  <a:srgbClr val="15283E"/>
                </a:solidFill>
                <a:latin typeface="Segoe UI"/>
                <a:ea typeface="Segoe UI"/>
                <a:cs typeface="Segoe UI"/>
              </a:defRPr>
            </a:lvl3pPr>
            <a:lvl4pPr>
              <a:defRPr sz="3300" b="1">
                <a:solidFill>
                  <a:srgbClr val="15283E"/>
                </a:solidFill>
                <a:latin typeface="Segoe UI"/>
                <a:ea typeface="Segoe UI"/>
                <a:cs typeface="Segoe UI"/>
              </a:defRPr>
            </a:lvl4pPr>
            <a:lvl5pPr>
              <a:defRPr sz="3300" b="1">
                <a:solidFill>
                  <a:srgbClr val="15283E"/>
                </a:solidFill>
                <a:latin typeface="Segoe UI"/>
                <a:ea typeface="Segoe UI"/>
                <a:cs typeface="Segoe UI"/>
              </a:defRPr>
            </a:lvl5pPr>
            <a:lvl6pPr>
              <a:defRPr sz="3300" b="1">
                <a:solidFill>
                  <a:srgbClr val="15283E"/>
                </a:solidFill>
                <a:latin typeface="Segoe UI"/>
                <a:ea typeface="Segoe UI"/>
                <a:cs typeface="Segoe UI"/>
              </a:defRPr>
            </a:lvl6pPr>
            <a:lvl7pPr>
              <a:defRPr sz="3300" b="1">
                <a:solidFill>
                  <a:srgbClr val="15283E"/>
                </a:solidFill>
                <a:latin typeface="Segoe UI"/>
                <a:ea typeface="Segoe UI"/>
                <a:cs typeface="Segoe UI"/>
              </a:defRPr>
            </a:lvl7pPr>
            <a:lvl8pPr>
              <a:defRPr sz="3300" b="1">
                <a:solidFill>
                  <a:srgbClr val="15283E"/>
                </a:solidFill>
                <a:latin typeface="Segoe UI"/>
                <a:ea typeface="Segoe UI"/>
                <a:cs typeface="Segoe UI"/>
              </a:defRPr>
            </a:lvl8pPr>
            <a:lvl9pPr>
              <a:defRPr sz="3300" b="1">
                <a:solidFill>
                  <a:srgbClr val="15283E"/>
                </a:solidFill>
                <a:latin typeface="Segoe UI"/>
                <a:ea typeface="Segoe UI"/>
                <a:cs typeface="Segoe UI"/>
              </a:defRPr>
            </a:lvl9pPr>
          </a:lstStyle>
          <a:p xmlns:a="http://schemas.openxmlformats.org/drawingml/2006/main">
            <a:pPr>
              <a:defRPr sz="3300" b="1">
                <a:solidFill>
                  <a:srgbClr val="15283E"/>
                </a:solidFill>
                <a:latin typeface="Segoe UI"/>
                <a:ea typeface="Segoe UI"/>
                <a:cs typeface="Segoe UI"/>
              </a:defRPr>
            </a:pPr>
            <a:r>
              <a:rPr sz="3300" b="1">
                <a:solidFill>
                  <a:srgbClr val="15283E"/>
                </a:solidFill>
                <a:latin typeface="Segoe UI"/>
                <a:ea typeface="Segoe UI"/>
                <a:cs typeface="Segoe UI"/>
              </a:rPr>
              <a:t>Team Lead: recurring patterns and their reach</a:t>
            </a:r>
          </a:p>
        </p:txBody>
      </p:sp>
      <p:sp>
        <p:nvSpPr>
          <p:cNvPr id="2" name="HPC Kernel  /  BGL ERROR + FATAL  /  historical full pe">
            <a:extLst xmlns:a="http://schemas.openxmlformats.org/drawingml/2006/main">
              <a:ext uri="{FF2B5EF4-FFF2-40B4-BE49-F238E27FC236}">
                <a16:creationId xmlns:a16="http://schemas.microsoft.com/office/drawing/2014/main" id="{906D0D2B-6094-4C5D-B624-9D77FA1DB045}"/>
              </a:ext>
            </a:extLst>
          </p:cNvPr>
          <p:cNvSpPr>
            <a:spLocks xmlns:a="http://schemas.openxmlformats.org/drawingml/2006/main" noGrp="1"/>
          </p:cNvSpPr>
          <p:nvPr/>
        </p:nvSpPr>
        <p:spPr>
          <a:xfrm xmlns:a="http://schemas.openxmlformats.org/drawingml/2006/main">
            <a:off x="609600" y="630555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73"/>
                </a:solidFill>
                <a:latin typeface="Segoe UI"/>
                <a:ea typeface="Segoe UI"/>
                <a:cs typeface="Segoe UI"/>
              </a:defRPr>
            </a:defPPr>
            <a:lvl1pPr>
              <a:defRPr sz="1050" b="0">
                <a:solidFill>
                  <a:srgbClr val="526173"/>
                </a:solidFill>
                <a:latin typeface="Segoe UI"/>
                <a:ea typeface="Segoe UI"/>
                <a:cs typeface="Segoe UI"/>
              </a:defRPr>
            </a:lvl1pPr>
            <a:lvl2pPr>
              <a:defRPr sz="1050" b="0">
                <a:solidFill>
                  <a:srgbClr val="526173"/>
                </a:solidFill>
                <a:latin typeface="Segoe UI"/>
                <a:ea typeface="Segoe UI"/>
                <a:cs typeface="Segoe UI"/>
              </a:defRPr>
            </a:lvl2pPr>
            <a:lvl3pPr>
              <a:defRPr sz="1050" b="0">
                <a:solidFill>
                  <a:srgbClr val="526173"/>
                </a:solidFill>
                <a:latin typeface="Segoe UI"/>
                <a:ea typeface="Segoe UI"/>
                <a:cs typeface="Segoe UI"/>
              </a:defRPr>
            </a:lvl3pPr>
            <a:lvl4pPr>
              <a:defRPr sz="1050" b="0">
                <a:solidFill>
                  <a:srgbClr val="526173"/>
                </a:solidFill>
                <a:latin typeface="Segoe UI"/>
                <a:ea typeface="Segoe UI"/>
                <a:cs typeface="Segoe UI"/>
              </a:defRPr>
            </a:lvl4pPr>
            <a:lvl5pPr>
              <a:defRPr sz="1050" b="0">
                <a:solidFill>
                  <a:srgbClr val="526173"/>
                </a:solidFill>
                <a:latin typeface="Segoe UI"/>
                <a:ea typeface="Segoe UI"/>
                <a:cs typeface="Segoe UI"/>
              </a:defRPr>
            </a:lvl5pPr>
            <a:lvl6pPr>
              <a:defRPr sz="1050" b="0">
                <a:solidFill>
                  <a:srgbClr val="526173"/>
                </a:solidFill>
                <a:latin typeface="Segoe UI"/>
                <a:ea typeface="Segoe UI"/>
                <a:cs typeface="Segoe UI"/>
              </a:defRPr>
            </a:lvl6pPr>
            <a:lvl7pPr>
              <a:defRPr sz="1050" b="0">
                <a:solidFill>
                  <a:srgbClr val="526173"/>
                </a:solidFill>
                <a:latin typeface="Segoe UI"/>
                <a:ea typeface="Segoe UI"/>
                <a:cs typeface="Segoe UI"/>
              </a:defRPr>
            </a:lvl7pPr>
            <a:lvl8pPr>
              <a:defRPr sz="1050" b="0">
                <a:solidFill>
                  <a:srgbClr val="526173"/>
                </a:solidFill>
                <a:latin typeface="Segoe UI"/>
                <a:ea typeface="Segoe UI"/>
                <a:cs typeface="Segoe UI"/>
              </a:defRPr>
            </a:lvl8pPr>
            <a:lvl9pPr>
              <a:defRPr sz="1050" b="0">
                <a:solidFill>
                  <a:srgbClr val="526173"/>
                </a:solidFill>
                <a:latin typeface="Segoe UI"/>
                <a:ea typeface="Segoe UI"/>
                <a:cs typeface="Segoe UI"/>
              </a:defRPr>
            </a:lvl9pPr>
          </a:lstStyle>
          <a:p xmlns:a="http://schemas.openxmlformats.org/drawingml/2006/main">
            <a:pPr>
              <a:defRPr sz="1050" b="0">
                <a:solidFill>
                  <a:srgbClr val="526173"/>
                </a:solidFill>
                <a:latin typeface="Segoe UI"/>
                <a:ea typeface="Segoe UI"/>
                <a:cs typeface="Segoe UI"/>
              </a:defRPr>
            </a:pPr>
            <a:r>
              <a:rPr sz="1050" b="0">
                <a:solidFill>
                  <a:srgbClr val="526173"/>
                </a:solidFill>
                <a:latin typeface="Segoe UI"/>
                <a:ea typeface="Segoe UI"/>
                <a:cs typeface="Segoe UI"/>
              </a:rPr>
              <a:t>HPC Kernel  /  BGL ERROR + FATAL  /  historical full period  /  top_patterns and pattern_trend</a:t>
            </a:r>
          </a:p>
        </p:txBody>
      </p:sp>
      <p:sp>
        <p:nvSpPr>
          <p:cNvPr id="3" name="04">
            <a:extLst xmlns:a="http://schemas.openxmlformats.org/drawingml/2006/main">
              <a:ext uri="{FF2B5EF4-FFF2-40B4-BE49-F238E27FC236}">
                <a16:creationId xmlns:a16="http://schemas.microsoft.com/office/drawing/2014/main" id="{23D6C31D-EF6B-4964-B025-56A9F5E7CC96}"/>
              </a:ext>
            </a:extLst>
          </p:cNvPr>
          <p:cNvSpPr>
            <a:spLocks xmlns:a="http://schemas.openxmlformats.org/drawingml/2006/main" noGrp="1"/>
          </p:cNvSpPr>
          <p:nvPr/>
        </p:nvSpPr>
        <p:spPr>
          <a:xfrm xmlns:a="http://schemas.openxmlformats.org/drawingml/2006/main">
            <a:off x="11125200" y="63246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173"/>
                </a:solidFill>
                <a:latin typeface="Segoe UI"/>
                <a:ea typeface="Segoe UI"/>
                <a:cs typeface="Segoe UI"/>
              </a:defRPr>
            </a:defPPr>
            <a:lvl1pPr>
              <a:defRPr sz="1125" b="0">
                <a:solidFill>
                  <a:srgbClr val="526173"/>
                </a:solidFill>
                <a:latin typeface="Segoe UI"/>
                <a:ea typeface="Segoe UI"/>
                <a:cs typeface="Segoe UI"/>
              </a:defRPr>
            </a:lvl1pPr>
            <a:lvl2pPr>
              <a:defRPr sz="1125" b="0">
                <a:solidFill>
                  <a:srgbClr val="526173"/>
                </a:solidFill>
                <a:latin typeface="Segoe UI"/>
                <a:ea typeface="Segoe UI"/>
                <a:cs typeface="Segoe UI"/>
              </a:defRPr>
            </a:lvl2pPr>
            <a:lvl3pPr>
              <a:defRPr sz="1125" b="0">
                <a:solidFill>
                  <a:srgbClr val="526173"/>
                </a:solidFill>
                <a:latin typeface="Segoe UI"/>
                <a:ea typeface="Segoe UI"/>
                <a:cs typeface="Segoe UI"/>
              </a:defRPr>
            </a:lvl3pPr>
            <a:lvl4pPr>
              <a:defRPr sz="1125" b="0">
                <a:solidFill>
                  <a:srgbClr val="526173"/>
                </a:solidFill>
                <a:latin typeface="Segoe UI"/>
                <a:ea typeface="Segoe UI"/>
                <a:cs typeface="Segoe UI"/>
              </a:defRPr>
            </a:lvl4pPr>
            <a:lvl5pPr>
              <a:defRPr sz="1125" b="0">
                <a:solidFill>
                  <a:srgbClr val="526173"/>
                </a:solidFill>
                <a:latin typeface="Segoe UI"/>
                <a:ea typeface="Segoe UI"/>
                <a:cs typeface="Segoe UI"/>
              </a:defRPr>
            </a:lvl5pPr>
            <a:lvl6pPr>
              <a:defRPr sz="1125" b="0">
                <a:solidFill>
                  <a:srgbClr val="526173"/>
                </a:solidFill>
                <a:latin typeface="Segoe UI"/>
                <a:ea typeface="Segoe UI"/>
                <a:cs typeface="Segoe UI"/>
              </a:defRPr>
            </a:lvl6pPr>
            <a:lvl7pPr>
              <a:defRPr sz="1125" b="0">
                <a:solidFill>
                  <a:srgbClr val="526173"/>
                </a:solidFill>
                <a:latin typeface="Segoe UI"/>
                <a:ea typeface="Segoe UI"/>
                <a:cs typeface="Segoe UI"/>
              </a:defRPr>
            </a:lvl7pPr>
            <a:lvl8pPr>
              <a:defRPr sz="1125" b="0">
                <a:solidFill>
                  <a:srgbClr val="526173"/>
                </a:solidFill>
                <a:latin typeface="Segoe UI"/>
                <a:ea typeface="Segoe UI"/>
                <a:cs typeface="Segoe UI"/>
              </a:defRPr>
            </a:lvl8pPr>
            <a:lvl9pPr>
              <a:defRPr sz="1125" b="0">
                <a:solidFill>
                  <a:srgbClr val="526173"/>
                </a:solidFill>
                <a:latin typeface="Segoe UI"/>
                <a:ea typeface="Segoe UI"/>
                <a:cs typeface="Segoe UI"/>
              </a:defRPr>
            </a:lvl9pPr>
          </a:lstStyle>
          <a:p xmlns:a="http://schemas.openxmlformats.org/drawingml/2006/main">
            <a:pPr>
              <a:defRPr sz="1125" b="0">
                <a:solidFill>
                  <a:srgbClr val="526173"/>
                </a:solidFill>
                <a:latin typeface="Segoe UI"/>
                <a:ea typeface="Segoe UI"/>
                <a:cs typeface="Segoe UI"/>
              </a:defRPr>
            </a:pPr>
            <a:r>
              <a:rPr sz="1125" b="0">
                <a:solidFill>
                  <a:srgbClr val="526173"/>
                </a:solidFill>
                <a:latin typeface="Segoe UI"/>
                <a:ea typeface="Segoe UI"/>
                <a:cs typeface="Segoe UI"/>
              </a:rPr>
              <a:t>04</a:t>
            </a:r>
          </a:p>
        </p:txBody>
      </p:sp>
      <p:graphicFrame>
        <p:nvGraphicFramePr>
          <p:cNvPr id="4" name="">
            <a:extLst xmlns:a="http://schemas.openxmlformats.org/drawingml/2006/main">
              <a:ext uri="{FF2B5EF4-FFF2-40B4-BE49-F238E27FC236}">
                <a16:creationId xmlns:a16="http://schemas.microsoft.com/office/drawing/2014/main" id="{5AB0952E-4A1B-4629-ADBE-D45A9F433928}"/>
              </a:ext>
            </a:extLst>
          </p:cNvPr>
          <p:cNvGraphicFramePr/>
          <p:nvPr/>
        </p:nvGraphicFramePr>
        <p:xfrm>
          <a:off xmlns:a="http://schemas.openxmlformats.org/drawingml/2006/main" x="609600" y="1828800"/>
          <a:ext xmlns:a="http://schemas.openxmlformats.org/drawingml/2006/main" cx="6096000" cy="2571750"/>
        </p:xfrm>
        <a:graphic xmlns:a="http://schemas.openxmlformats.org/drawingml/2006/main">
          <a:graphicData uri="http://schemas.openxmlformats.org/drawingml/2006/table">
            <a:tbl>
              <a:tblPr/>
              <a:tblGrid>
                <a:gridCol w="2762250"/>
                <a:gridCol w="1714500"/>
                <a:gridCol w="1619250"/>
              </a:tblGrid>
              <a:tr h="642938">
                <a:tc>
                  <a:txBody>
                    <a:bodyPr lIns="114300" tIns="114300" rIns="114300" bIns="114300"/>
                    <a:lstStyle/>
                    <a:p>
                      <a:r>
                        <a:rPr sz="1875" b="1">
                          <a:solidFill>
                            <a:srgbClr val="FFFFFF"/>
                          </a:solidFill>
                          <a:latin typeface="Segoe UI"/>
                          <a:ea typeface="Segoe UI"/>
                          <a:cs typeface="Segoe UI"/>
                        </a:rPr>
                        <a:t>Pattern</a:t>
                      </a:r>
                    </a:p>
                  </a:txBody>
                  <a:tcPr marL="91440" marR="91440" marT="45720" marB="45720" anchor="ctr">
                    <a:lnL w="9525">
                      <a:solidFill>
                        <a:srgbClr val="D5E1E5"/>
                      </a:solidFill>
                      <a:prstDash val="solid"/>
                    </a:lnL>
                    <a:lnR w="9525">
                      <a:solidFill>
                        <a:srgbClr val="D5E1E5"/>
                      </a:solidFill>
                      <a:prstDash val="solid"/>
                    </a:lnR>
                    <a:lnT w="9525">
                      <a:solidFill>
                        <a:srgbClr val="D5E1E5"/>
                      </a:solidFill>
                      <a:prstDash val="solid"/>
                    </a:lnT>
                    <a:lnB w="9525">
                      <a:solidFill>
                        <a:srgbClr val="D5E1E5"/>
                      </a:solidFill>
                      <a:prstDash val="solid"/>
                    </a:lnB>
                    <a:solidFill>
                      <a:srgbClr val="101E30"/>
                    </a:solidFill>
                  </a:tcPr>
                </a:tc>
                <a:tc>
                  <a:txBody>
                    <a:bodyPr lIns="114300" tIns="114300" rIns="114300" bIns="114300"/>
                    <a:lstStyle/>
                    <a:p>
                      <a:r>
                        <a:rPr sz="1875" b="1">
                          <a:solidFill>
                            <a:srgbClr val="FFFFFF"/>
                          </a:solidFill>
                          <a:latin typeface="Segoe UI"/>
                          <a:ea typeface="Segoe UI"/>
                          <a:cs typeface="Segoe UI"/>
                        </a:rPr>
                        <a:t>Log lines</a:t>
                      </a:r>
                    </a:p>
                  </a:txBody>
                  <a:tcPr marL="91440" marR="91440" marT="45720" marB="45720" anchor="ctr">
                    <a:lnR w="9525">
                      <a:solidFill>
                        <a:srgbClr val="D5E1E5"/>
                      </a:solidFill>
                      <a:prstDash val="solid"/>
                    </a:lnR>
                    <a:lnT w="9525">
                      <a:solidFill>
                        <a:srgbClr val="D5E1E5"/>
                      </a:solidFill>
                      <a:prstDash val="solid"/>
                    </a:lnT>
                    <a:lnB w="9525">
                      <a:solidFill>
                        <a:srgbClr val="D5E1E5"/>
                      </a:solidFill>
                      <a:prstDash val="solid"/>
                    </a:lnB>
                    <a:solidFill>
                      <a:srgbClr val="101E30"/>
                    </a:solidFill>
                  </a:tcPr>
                </a:tc>
                <a:tc>
                  <a:txBody>
                    <a:bodyPr lIns="114300" tIns="114300" rIns="114300" bIns="114300"/>
                    <a:lstStyle/>
                    <a:p>
                      <a:r>
                        <a:rPr sz="1875" b="1">
                          <a:solidFill>
                            <a:srgbClr val="FFFFFF"/>
                          </a:solidFill>
                          <a:latin typeface="Segoe UI"/>
                          <a:ea typeface="Segoe UI"/>
                          <a:cs typeface="Segoe UI"/>
                        </a:rPr>
                        <a:t>Nodes</a:t>
                      </a:r>
                    </a:p>
                  </a:txBody>
                  <a:tcPr marL="91440" marR="91440" marT="45720" marB="45720" anchor="ctr">
                    <a:lnR w="9525">
                      <a:solidFill>
                        <a:srgbClr val="D5E1E5"/>
                      </a:solidFill>
                      <a:prstDash val="solid"/>
                    </a:lnR>
                    <a:lnT w="9525">
                      <a:solidFill>
                        <a:srgbClr val="D5E1E5"/>
                      </a:solidFill>
                      <a:prstDash val="solid"/>
                    </a:lnT>
                    <a:lnB w="9525">
                      <a:solidFill>
                        <a:srgbClr val="D5E1E5"/>
                      </a:solidFill>
                      <a:prstDash val="solid"/>
                    </a:lnB>
                    <a:solidFill>
                      <a:srgbClr val="101E30"/>
                    </a:solidFill>
                  </a:tcPr>
                </a:tc>
              </a:tr>
              <a:tr h="642938">
                <a:tc>
                  <a:txBody>
                    <a:bodyPr lIns="114300" tIns="114300" rIns="114300" bIns="114300"/>
                    <a:lstStyle/>
                    <a:p>
                      <a:r>
                        <a:rPr sz="1875" b="0">
                          <a:solidFill>
                            <a:srgbClr val="15283E"/>
                          </a:solidFill>
                          <a:latin typeface="Segoe UI"/>
                          <a:ea typeface="Segoe UI"/>
                          <a:cs typeface="Segoe UI"/>
                        </a:rPr>
                        <a:t>TLB error</a:t>
                      </a:r>
                    </a:p>
                  </a:txBody>
                  <a:tcPr marL="91440" marR="91440" marT="45720" marB="45720" anchor="ctr">
                    <a:lnL w="9525">
                      <a:solidFill>
                        <a:srgbClr val="D5E1E5"/>
                      </a:solidFill>
                      <a:prstDash val="solid"/>
                    </a:lnL>
                    <a:lnR w="9525">
                      <a:solidFill>
                        <a:srgbClr val="D5E1E5"/>
                      </a:solidFill>
                      <a:prstDash val="solid"/>
                    </a:lnR>
                    <a:lnB w="9525">
                      <a:solidFill>
                        <a:srgbClr val="D5E1E5"/>
                      </a:solidFill>
                      <a:prstDash val="solid"/>
                    </a:lnB>
                    <a:solidFill>
                      <a:srgbClr val="F1F7F8"/>
                    </a:solidFill>
                  </a:tcPr>
                </a:tc>
                <a:tc>
                  <a:txBody>
                    <a:bodyPr lIns="114300" tIns="114300" rIns="114300" bIns="114300"/>
                    <a:lstStyle/>
                    <a:p>
                      <a:r>
                        <a:rPr sz="1875" b="0">
                          <a:solidFill>
                            <a:srgbClr val="15283E"/>
                          </a:solidFill>
                          <a:latin typeface="Segoe UI"/>
                          <a:ea typeface="Segoe UI"/>
                          <a:cs typeface="Segoe UI"/>
                        </a:rPr>
                        <a:t>152,734</a:t>
                      </a:r>
                    </a:p>
                  </a:txBody>
                  <a:tcPr marL="91440" marR="91440" marT="45720" marB="45720" anchor="ctr">
                    <a:lnR w="9525">
                      <a:solidFill>
                        <a:srgbClr val="D5E1E5"/>
                      </a:solidFill>
                      <a:prstDash val="solid"/>
                    </a:lnR>
                    <a:lnB w="9525">
                      <a:solidFill>
                        <a:srgbClr val="D5E1E5"/>
                      </a:solidFill>
                      <a:prstDash val="solid"/>
                    </a:lnB>
                    <a:solidFill>
                      <a:srgbClr val="F1F7F8"/>
                    </a:solidFill>
                  </a:tcPr>
                </a:tc>
                <a:tc>
                  <a:txBody>
                    <a:bodyPr lIns="114300" tIns="114300" rIns="114300" bIns="114300"/>
                    <a:lstStyle/>
                    <a:p>
                      <a:r>
                        <a:rPr sz="1875" b="0">
                          <a:solidFill>
                            <a:srgbClr val="15283E"/>
                          </a:solidFill>
                          <a:latin typeface="Segoe UI"/>
                          <a:ea typeface="Segoe UI"/>
                          <a:cs typeface="Segoe UI"/>
                        </a:rPr>
                        <a:t>541</a:t>
                      </a:r>
                    </a:p>
                  </a:txBody>
                  <a:tcPr marL="91440" marR="91440" marT="45720" marB="45720" anchor="ctr">
                    <a:lnR w="9525">
                      <a:solidFill>
                        <a:srgbClr val="D5E1E5"/>
                      </a:solidFill>
                      <a:prstDash val="solid"/>
                    </a:lnR>
                    <a:lnB w="9525">
                      <a:solidFill>
                        <a:srgbClr val="D5E1E5"/>
                      </a:solidFill>
                      <a:prstDash val="solid"/>
                    </a:lnB>
                    <a:solidFill>
                      <a:srgbClr val="F1F7F8"/>
                    </a:solidFill>
                  </a:tcPr>
                </a:tc>
              </a:tr>
              <a:tr h="642938">
                <a:tc>
                  <a:txBody>
                    <a:bodyPr lIns="114300" tIns="114300" rIns="114300" bIns="114300"/>
                    <a:lstStyle/>
                    <a:p>
                      <a:r>
                        <a:rPr sz="1875" b="0">
                          <a:solidFill>
                            <a:srgbClr val="15283E"/>
                          </a:solidFill>
                          <a:latin typeface="Segoe UI"/>
                          <a:ea typeface="Segoe UI"/>
                          <a:cs typeface="Segoe UI"/>
                        </a:rPr>
                        <a:t>Storage interrupt</a:t>
                      </a:r>
                    </a:p>
                  </a:txBody>
                  <a:tcPr marL="91440" marR="91440" marT="45720" marB="45720" anchor="ctr">
                    <a:lnL w="9525">
                      <a:solidFill>
                        <a:srgbClr val="D5E1E5"/>
                      </a:solidFill>
                      <a:prstDash val="solid"/>
                    </a:lnL>
                    <a:lnR w="9525">
                      <a:solidFill>
                        <a:srgbClr val="D5E1E5"/>
                      </a:solidFill>
                      <a:prstDash val="solid"/>
                    </a:lnR>
                    <a:lnB w="9525">
                      <a:solidFill>
                        <a:srgbClr val="D5E1E5"/>
                      </a:solidFill>
                      <a:prstDash val="solid"/>
                    </a:lnB>
                    <a:solidFill>
                      <a:srgbClr val="FFFFFF"/>
                    </a:solidFill>
                  </a:tcPr>
                </a:tc>
                <a:tc>
                  <a:txBody>
                    <a:bodyPr lIns="114300" tIns="114300" rIns="114300" bIns="114300"/>
                    <a:lstStyle/>
                    <a:p>
                      <a:r>
                        <a:rPr sz="1875" b="0">
                          <a:solidFill>
                            <a:srgbClr val="15283E"/>
                          </a:solidFill>
                          <a:latin typeface="Segoe UI"/>
                          <a:ea typeface="Segoe UI"/>
                          <a:cs typeface="Segoe UI"/>
                        </a:rPr>
                        <a:t>63,491</a:t>
                      </a:r>
                    </a:p>
                  </a:txBody>
                  <a:tcPr marL="91440" marR="91440" marT="45720" marB="45720" anchor="ctr">
                    <a:lnR w="9525">
                      <a:solidFill>
                        <a:srgbClr val="D5E1E5"/>
                      </a:solidFill>
                      <a:prstDash val="solid"/>
                    </a:lnR>
                    <a:lnB w="9525">
                      <a:solidFill>
                        <a:srgbClr val="D5E1E5"/>
                      </a:solidFill>
                      <a:prstDash val="solid"/>
                    </a:lnB>
                    <a:solidFill>
                      <a:srgbClr val="FFFFFF"/>
                    </a:solidFill>
                  </a:tcPr>
                </a:tc>
                <a:tc>
                  <a:txBody>
                    <a:bodyPr lIns="114300" tIns="114300" rIns="114300" bIns="114300"/>
                    <a:lstStyle/>
                    <a:p>
                      <a:r>
                        <a:rPr sz="1875" b="0">
                          <a:solidFill>
                            <a:srgbClr val="15283E"/>
                          </a:solidFill>
                          <a:latin typeface="Segoe UI"/>
                          <a:ea typeface="Segoe UI"/>
                          <a:cs typeface="Segoe UI"/>
                        </a:rPr>
                        <a:t>22,529</a:t>
                      </a:r>
                    </a:p>
                  </a:txBody>
                  <a:tcPr marL="91440" marR="91440" marT="45720" marB="45720" anchor="ctr">
                    <a:lnR w="9525">
                      <a:solidFill>
                        <a:srgbClr val="D5E1E5"/>
                      </a:solidFill>
                      <a:prstDash val="solid"/>
                    </a:lnR>
                    <a:lnB w="9525">
                      <a:solidFill>
                        <a:srgbClr val="D5E1E5"/>
                      </a:solidFill>
                      <a:prstDash val="solid"/>
                    </a:lnB>
                    <a:solidFill>
                      <a:srgbClr val="FFFFFF"/>
                    </a:solidFill>
                  </a:tcPr>
                </a:tc>
              </a:tr>
              <a:tr h="642938">
                <a:tc>
                  <a:txBody>
                    <a:bodyPr lIns="114300" tIns="114300" rIns="114300" bIns="114300"/>
                    <a:lstStyle/>
                    <a:p>
                      <a:r>
                        <a:rPr sz="1875" b="0">
                          <a:solidFill>
                            <a:srgbClr val="15283E"/>
                          </a:solidFill>
                          <a:latin typeface="Segoe UI"/>
                          <a:ea typeface="Segoe UI"/>
                          <a:cs typeface="Segoe UI"/>
                        </a:rPr>
                        <a:t>Instruction address</a:t>
                      </a:r>
                    </a:p>
                  </a:txBody>
                  <a:tcPr marL="91440" marR="91440" marT="45720" marB="45720" anchor="ctr">
                    <a:lnL w="9525">
                      <a:solidFill>
                        <a:srgbClr val="D5E1E5"/>
                      </a:solidFill>
                      <a:prstDash val="solid"/>
                    </a:lnL>
                    <a:lnR w="9525">
                      <a:solidFill>
                        <a:srgbClr val="D5E1E5"/>
                      </a:solidFill>
                      <a:prstDash val="solid"/>
                    </a:lnR>
                    <a:lnB w="9525">
                      <a:solidFill>
                        <a:srgbClr val="D5E1E5"/>
                      </a:solidFill>
                      <a:prstDash val="solid"/>
                    </a:lnB>
                    <a:solidFill>
                      <a:srgbClr val="F1F7F8"/>
                    </a:solidFill>
                  </a:tcPr>
                </a:tc>
                <a:tc>
                  <a:txBody>
                    <a:bodyPr lIns="114300" tIns="114300" rIns="114300" bIns="114300"/>
                    <a:lstStyle/>
                    <a:p>
                      <a:r>
                        <a:rPr sz="1875" b="0">
                          <a:solidFill>
                            <a:srgbClr val="15283E"/>
                          </a:solidFill>
                          <a:latin typeface="Segoe UI"/>
                          <a:ea typeface="Segoe UI"/>
                          <a:cs typeface="Segoe UI"/>
                        </a:rPr>
                        <a:t>47,563</a:t>
                      </a:r>
                    </a:p>
                  </a:txBody>
                  <a:tcPr marL="91440" marR="91440" marT="45720" marB="45720" anchor="ctr">
                    <a:lnR w="9525">
                      <a:solidFill>
                        <a:srgbClr val="D5E1E5"/>
                      </a:solidFill>
                      <a:prstDash val="solid"/>
                    </a:lnR>
                    <a:lnB w="9525">
                      <a:solidFill>
                        <a:srgbClr val="D5E1E5"/>
                      </a:solidFill>
                      <a:prstDash val="solid"/>
                    </a:lnB>
                    <a:solidFill>
                      <a:srgbClr val="F1F7F8"/>
                    </a:solidFill>
                  </a:tcPr>
                </a:tc>
                <a:tc>
                  <a:txBody>
                    <a:bodyPr lIns="114300" tIns="114300" rIns="114300" bIns="114300"/>
                    <a:lstStyle/>
                    <a:p>
                      <a:r>
                        <a:rPr sz="1875" b="0">
                          <a:solidFill>
                            <a:srgbClr val="15283E"/>
                          </a:solidFill>
                          <a:latin typeface="Segoe UI"/>
                          <a:ea typeface="Segoe UI"/>
                          <a:cs typeface="Segoe UI"/>
                        </a:rPr>
                        <a:t>22,791</a:t>
                      </a:r>
                    </a:p>
                  </a:txBody>
                  <a:tcPr marL="91440" marR="91440" marT="45720" marB="45720" anchor="ctr">
                    <a:lnR w="9525">
                      <a:solidFill>
                        <a:srgbClr val="D5E1E5"/>
                      </a:solidFill>
                      <a:prstDash val="solid"/>
                    </a:lnR>
                    <a:lnB w="9525">
                      <a:solidFill>
                        <a:srgbClr val="D5E1E5"/>
                      </a:solidFill>
                      <a:prstDash val="solid"/>
                    </a:lnB>
                    <a:solidFill>
                      <a:srgbClr val="F1F7F8"/>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671E1C56-137C-43A4-8684-3C9C5FCA5297}"/>
              </a:ext>
            </a:extLst>
          </p:cNvPr>
          <p:cNvGraphicFramePr/>
          <p:nvPr/>
        </p:nvGraphicFramePr>
        <p:xfrm>
          <a:off xmlns:a="http://schemas.openxmlformats.org/drawingml/2006/main" x="7086600" y="1771650"/>
          <a:ext xmlns:a="http://schemas.openxmlformats.org/drawingml/2006/main" cx="4476750" cy="2886075"/>
        </p:xfrm>
        <a:graphic xmlns:a="http://schemas.openxmlformats.org/drawingml/2006/main">
          <a:graphicData uri="http://schemas.openxmlformats.org/drawingml/2006/chart">
            <c:chart xmlns:r="http://schemas.openxmlformats.org/officeDocument/2006/relationships" xmlns:c="http://schemas.openxmlformats.org/drawingml/2006/chart" r:id="R844e3f8ebde642f2"/>
          </a:graphicData>
        </a:graphic>
      </p:graphicFrame>
      <p:sp>
        <p:nvSpPr>
          <p:cNvPr id="6" name="152,182 TLB lines in one weekly bucket">
            <a:extLst xmlns:a="http://schemas.openxmlformats.org/drawingml/2006/main">
              <a:ext uri="{FF2B5EF4-FFF2-40B4-BE49-F238E27FC236}">
                <a16:creationId xmlns:a16="http://schemas.microsoft.com/office/drawing/2014/main" id="{61B997EA-58B9-4AF4-896E-7A63C3BF86CB}"/>
              </a:ext>
            </a:extLst>
          </p:cNvPr>
          <p:cNvSpPr>
            <a:spLocks xmlns:a="http://schemas.openxmlformats.org/drawingml/2006/main" noGrp="1"/>
          </p:cNvSpPr>
          <p:nvPr/>
        </p:nvSpPr>
        <p:spPr>
          <a:xfrm xmlns:a="http://schemas.openxmlformats.org/drawingml/2006/main">
            <a:off x="609600" y="4914900"/>
            <a:ext cx="10896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087F8C"/>
                </a:solidFill>
                <a:latin typeface="Segoe UI"/>
                <a:ea typeface="Segoe UI"/>
                <a:cs typeface="Segoe UI"/>
              </a:defRPr>
            </a:defPPr>
            <a:lvl1pPr>
              <a:defRPr sz="2400" b="1">
                <a:solidFill>
                  <a:srgbClr val="087F8C"/>
                </a:solidFill>
                <a:latin typeface="Segoe UI"/>
                <a:ea typeface="Segoe UI"/>
                <a:cs typeface="Segoe UI"/>
              </a:defRPr>
            </a:lvl1pPr>
            <a:lvl2pPr>
              <a:defRPr sz="2400" b="1">
                <a:solidFill>
                  <a:srgbClr val="087F8C"/>
                </a:solidFill>
                <a:latin typeface="Segoe UI"/>
                <a:ea typeface="Segoe UI"/>
                <a:cs typeface="Segoe UI"/>
              </a:defRPr>
            </a:lvl2pPr>
            <a:lvl3pPr>
              <a:defRPr sz="2400" b="1">
                <a:solidFill>
                  <a:srgbClr val="087F8C"/>
                </a:solidFill>
                <a:latin typeface="Segoe UI"/>
                <a:ea typeface="Segoe UI"/>
                <a:cs typeface="Segoe UI"/>
              </a:defRPr>
            </a:lvl3pPr>
            <a:lvl4pPr>
              <a:defRPr sz="2400" b="1">
                <a:solidFill>
                  <a:srgbClr val="087F8C"/>
                </a:solidFill>
                <a:latin typeface="Segoe UI"/>
                <a:ea typeface="Segoe UI"/>
                <a:cs typeface="Segoe UI"/>
              </a:defRPr>
            </a:lvl4pPr>
            <a:lvl5pPr>
              <a:defRPr sz="2400" b="1">
                <a:solidFill>
                  <a:srgbClr val="087F8C"/>
                </a:solidFill>
                <a:latin typeface="Segoe UI"/>
                <a:ea typeface="Segoe UI"/>
                <a:cs typeface="Segoe UI"/>
              </a:defRPr>
            </a:lvl5pPr>
            <a:lvl6pPr>
              <a:defRPr sz="2400" b="1">
                <a:solidFill>
                  <a:srgbClr val="087F8C"/>
                </a:solidFill>
                <a:latin typeface="Segoe UI"/>
                <a:ea typeface="Segoe UI"/>
                <a:cs typeface="Segoe UI"/>
              </a:defRPr>
            </a:lvl6pPr>
            <a:lvl7pPr>
              <a:defRPr sz="2400" b="1">
                <a:solidFill>
                  <a:srgbClr val="087F8C"/>
                </a:solidFill>
                <a:latin typeface="Segoe UI"/>
                <a:ea typeface="Segoe UI"/>
                <a:cs typeface="Segoe UI"/>
              </a:defRPr>
            </a:lvl7pPr>
            <a:lvl8pPr>
              <a:defRPr sz="2400" b="1">
                <a:solidFill>
                  <a:srgbClr val="087F8C"/>
                </a:solidFill>
                <a:latin typeface="Segoe UI"/>
                <a:ea typeface="Segoe UI"/>
                <a:cs typeface="Segoe UI"/>
              </a:defRPr>
            </a:lvl8pPr>
            <a:lvl9pPr>
              <a:defRPr sz="2400" b="1">
                <a:solidFill>
                  <a:srgbClr val="087F8C"/>
                </a:solidFill>
                <a:latin typeface="Segoe UI"/>
                <a:ea typeface="Segoe UI"/>
                <a:cs typeface="Segoe UI"/>
              </a:defRPr>
            </a:lvl9pPr>
          </a:lstStyle>
          <a:p xmlns:a="http://schemas.openxmlformats.org/drawingml/2006/main">
            <a:pPr>
              <a:defRPr sz="2400" b="1">
                <a:solidFill>
                  <a:srgbClr val="087F8C"/>
                </a:solidFill>
                <a:latin typeface="Segoe UI"/>
                <a:ea typeface="Segoe UI"/>
                <a:cs typeface="Segoe UI"/>
              </a:defRPr>
            </a:pPr>
            <a:r>
              <a:rPr sz="2400" b="1">
                <a:solidFill>
                  <a:srgbClr val="087F8C"/>
                </a:solidFill>
                <a:latin typeface="Segoe UI"/>
                <a:ea typeface="Segoe UI"/>
                <a:cs typeface="Segoe UI"/>
              </a:rPr>
              <a:t>152,182 TLB lines in one weekly bucket</a:t>
            </a:r>
          </a:p>
        </p:txBody>
      </p:sp>
      <p:sp>
        <p:nvSpPr>
          <p:cNvPr id="7" name="Check the localized burst and the wider storage pattern">
            <a:extLst xmlns:a="http://schemas.openxmlformats.org/drawingml/2006/main">
              <a:ext uri="{FF2B5EF4-FFF2-40B4-BE49-F238E27FC236}">
                <a16:creationId xmlns:a16="http://schemas.microsoft.com/office/drawing/2014/main" id="{AA434B9B-3731-4722-AD89-84D4D3C1B536}"/>
              </a:ext>
            </a:extLst>
          </p:cNvPr>
          <p:cNvSpPr>
            <a:spLocks xmlns:a="http://schemas.openxmlformats.org/drawingml/2006/main" noGrp="1"/>
          </p:cNvSpPr>
          <p:nvPr/>
        </p:nvSpPr>
        <p:spPr>
          <a:xfrm xmlns:a="http://schemas.openxmlformats.org/drawingml/2006/main">
            <a:off x="609600" y="5581650"/>
            <a:ext cx="10896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173"/>
                </a:solidFill>
                <a:latin typeface="Segoe UI"/>
                <a:ea typeface="Segoe UI"/>
                <a:cs typeface="Segoe UI"/>
              </a:defRPr>
            </a:defPPr>
            <a:lvl1pPr>
              <a:defRPr sz="1800" b="0">
                <a:solidFill>
                  <a:srgbClr val="526173"/>
                </a:solidFill>
                <a:latin typeface="Segoe UI"/>
                <a:ea typeface="Segoe UI"/>
                <a:cs typeface="Segoe UI"/>
              </a:defRPr>
            </a:lvl1pPr>
            <a:lvl2pPr>
              <a:defRPr sz="1800" b="0">
                <a:solidFill>
                  <a:srgbClr val="526173"/>
                </a:solidFill>
                <a:latin typeface="Segoe UI"/>
                <a:ea typeface="Segoe UI"/>
                <a:cs typeface="Segoe UI"/>
              </a:defRPr>
            </a:lvl2pPr>
            <a:lvl3pPr>
              <a:defRPr sz="1800" b="0">
                <a:solidFill>
                  <a:srgbClr val="526173"/>
                </a:solidFill>
                <a:latin typeface="Segoe UI"/>
                <a:ea typeface="Segoe UI"/>
                <a:cs typeface="Segoe UI"/>
              </a:defRPr>
            </a:lvl3pPr>
            <a:lvl4pPr>
              <a:defRPr sz="1800" b="0">
                <a:solidFill>
                  <a:srgbClr val="526173"/>
                </a:solidFill>
                <a:latin typeface="Segoe UI"/>
                <a:ea typeface="Segoe UI"/>
                <a:cs typeface="Segoe UI"/>
              </a:defRPr>
            </a:lvl4pPr>
            <a:lvl5pPr>
              <a:defRPr sz="1800" b="0">
                <a:solidFill>
                  <a:srgbClr val="526173"/>
                </a:solidFill>
                <a:latin typeface="Segoe UI"/>
                <a:ea typeface="Segoe UI"/>
                <a:cs typeface="Segoe UI"/>
              </a:defRPr>
            </a:lvl5pPr>
            <a:lvl6pPr>
              <a:defRPr sz="1800" b="0">
                <a:solidFill>
                  <a:srgbClr val="526173"/>
                </a:solidFill>
                <a:latin typeface="Segoe UI"/>
                <a:ea typeface="Segoe UI"/>
                <a:cs typeface="Segoe UI"/>
              </a:defRPr>
            </a:lvl6pPr>
            <a:lvl7pPr>
              <a:defRPr sz="1800" b="0">
                <a:solidFill>
                  <a:srgbClr val="526173"/>
                </a:solidFill>
                <a:latin typeface="Segoe UI"/>
                <a:ea typeface="Segoe UI"/>
                <a:cs typeface="Segoe UI"/>
              </a:defRPr>
            </a:lvl7pPr>
            <a:lvl8pPr>
              <a:defRPr sz="1800" b="0">
                <a:solidFill>
                  <a:srgbClr val="526173"/>
                </a:solidFill>
                <a:latin typeface="Segoe UI"/>
                <a:ea typeface="Segoe UI"/>
                <a:cs typeface="Segoe UI"/>
              </a:defRPr>
            </a:lvl8pPr>
            <a:lvl9pPr>
              <a:defRPr sz="1800" b="0">
                <a:solidFill>
                  <a:srgbClr val="526173"/>
                </a:solidFill>
                <a:latin typeface="Segoe UI"/>
                <a:ea typeface="Segoe UI"/>
                <a:cs typeface="Segoe UI"/>
              </a:defRPr>
            </a:lvl9pPr>
          </a:lstStyle>
          <a:p xmlns:a="http://schemas.openxmlformats.org/drawingml/2006/main">
            <a:pPr>
              <a:defRPr sz="1800" b="0">
                <a:solidFill>
                  <a:srgbClr val="526173"/>
                </a:solidFill>
                <a:latin typeface="Segoe UI"/>
                <a:ea typeface="Segoe UI"/>
                <a:cs typeface="Segoe UI"/>
              </a:defRPr>
            </a:pPr>
            <a:r>
              <a:rPr sz="1800" b="0">
                <a:solidFill>
                  <a:srgbClr val="526173"/>
                </a:solidFill>
                <a:latin typeface="Segoe UI"/>
                <a:ea typeface="Segoe UI"/>
                <a:cs typeface="Segoe UI"/>
              </a:rPr>
              <a:t>Check the localized burst and the wider storage pattern.</a:t>
            </a:r>
          </a:p>
          <a:p xmlns:a="http://schemas.openxmlformats.org/drawingml/2006/main">
            <a:pPr>
              <a:defRPr sz="1800" b="0">
                <a:solidFill>
                  <a:srgbClr val="526173"/>
                </a:solidFill>
                <a:latin typeface="Segoe UI"/>
                <a:ea typeface="Segoe UI"/>
                <a:cs typeface="Segoe UI"/>
              </a:defRPr>
            </a:pPr>
            <a:r>
              <a:rPr sz="1800" b="0">
                <a:solidFill>
                  <a:srgbClr val="526173"/>
                </a:solidFill>
                <a:latin typeface="Segoe UI"/>
                <a:ea typeface="Segoe UI"/>
                <a:cs typeface="Segoe UI"/>
              </a:rPr>
              <a:t>Log lines and observed nodes do not establish customer impact.</a:t>
            </a:r>
          </a:p>
        </p:txBody>
      </p:sp>
    </p:spTree>
    <p:extLst>
      <p:ext uri="{BB962C8B-B14F-4D97-AF65-F5344CB8AC3E}">
        <p14:creationId xmlns:p14="http://schemas.microsoft.com/office/powerpoint/2010/main" val="45025335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anager: frequency and reach change the priority">
            <a:extLst xmlns:a="http://schemas.openxmlformats.org/drawingml/2006/main">
              <a:ext uri="{FF2B5EF4-FFF2-40B4-BE49-F238E27FC236}">
                <a16:creationId xmlns:a16="http://schemas.microsoft.com/office/drawing/2014/main" id="{4D214CD9-67FA-4403-97C0-1B53F40714F7}"/>
              </a:ext>
            </a:extLst>
          </p:cNvPr>
          <p:cNvSpPr>
            <a:spLocks xmlns:a="http://schemas.openxmlformats.org/drawingml/2006/main" noGrp="1"/>
          </p:cNvSpPr>
          <p:nvPr/>
        </p:nvSpPr>
        <p:spPr>
          <a:xfrm xmlns:a="http://schemas.openxmlformats.org/drawingml/2006/main">
            <a:off x="609600" y="466725"/>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83E"/>
                </a:solidFill>
                <a:latin typeface="Segoe UI"/>
                <a:ea typeface="Segoe UI"/>
                <a:cs typeface="Segoe UI"/>
              </a:defRPr>
            </a:defPPr>
            <a:lvl1pPr>
              <a:defRPr sz="3300" b="1">
                <a:solidFill>
                  <a:srgbClr val="15283E"/>
                </a:solidFill>
                <a:latin typeface="Segoe UI"/>
                <a:ea typeface="Segoe UI"/>
                <a:cs typeface="Segoe UI"/>
              </a:defRPr>
            </a:lvl1pPr>
            <a:lvl2pPr>
              <a:defRPr sz="3300" b="1">
                <a:solidFill>
                  <a:srgbClr val="15283E"/>
                </a:solidFill>
                <a:latin typeface="Segoe UI"/>
                <a:ea typeface="Segoe UI"/>
                <a:cs typeface="Segoe UI"/>
              </a:defRPr>
            </a:lvl2pPr>
            <a:lvl3pPr>
              <a:defRPr sz="3300" b="1">
                <a:solidFill>
                  <a:srgbClr val="15283E"/>
                </a:solidFill>
                <a:latin typeface="Segoe UI"/>
                <a:ea typeface="Segoe UI"/>
                <a:cs typeface="Segoe UI"/>
              </a:defRPr>
            </a:lvl3pPr>
            <a:lvl4pPr>
              <a:defRPr sz="3300" b="1">
                <a:solidFill>
                  <a:srgbClr val="15283E"/>
                </a:solidFill>
                <a:latin typeface="Segoe UI"/>
                <a:ea typeface="Segoe UI"/>
                <a:cs typeface="Segoe UI"/>
              </a:defRPr>
            </a:lvl4pPr>
            <a:lvl5pPr>
              <a:defRPr sz="3300" b="1">
                <a:solidFill>
                  <a:srgbClr val="15283E"/>
                </a:solidFill>
                <a:latin typeface="Segoe UI"/>
                <a:ea typeface="Segoe UI"/>
                <a:cs typeface="Segoe UI"/>
              </a:defRPr>
            </a:lvl5pPr>
            <a:lvl6pPr>
              <a:defRPr sz="3300" b="1">
                <a:solidFill>
                  <a:srgbClr val="15283E"/>
                </a:solidFill>
                <a:latin typeface="Segoe UI"/>
                <a:ea typeface="Segoe UI"/>
                <a:cs typeface="Segoe UI"/>
              </a:defRPr>
            </a:lvl6pPr>
            <a:lvl7pPr>
              <a:defRPr sz="3300" b="1">
                <a:solidFill>
                  <a:srgbClr val="15283E"/>
                </a:solidFill>
                <a:latin typeface="Segoe UI"/>
                <a:ea typeface="Segoe UI"/>
                <a:cs typeface="Segoe UI"/>
              </a:defRPr>
            </a:lvl7pPr>
            <a:lvl8pPr>
              <a:defRPr sz="3300" b="1">
                <a:solidFill>
                  <a:srgbClr val="15283E"/>
                </a:solidFill>
                <a:latin typeface="Segoe UI"/>
                <a:ea typeface="Segoe UI"/>
                <a:cs typeface="Segoe UI"/>
              </a:defRPr>
            </a:lvl8pPr>
            <a:lvl9pPr>
              <a:defRPr sz="3300" b="1">
                <a:solidFill>
                  <a:srgbClr val="15283E"/>
                </a:solidFill>
                <a:latin typeface="Segoe UI"/>
                <a:ea typeface="Segoe UI"/>
                <a:cs typeface="Segoe UI"/>
              </a:defRPr>
            </a:lvl9pPr>
          </a:lstStyle>
          <a:p xmlns:a="http://schemas.openxmlformats.org/drawingml/2006/main">
            <a:pPr>
              <a:defRPr sz="3300" b="1">
                <a:solidFill>
                  <a:srgbClr val="15283E"/>
                </a:solidFill>
                <a:latin typeface="Segoe UI"/>
                <a:ea typeface="Segoe UI"/>
                <a:cs typeface="Segoe UI"/>
              </a:defRPr>
            </a:pPr>
            <a:r>
              <a:rPr sz="3300" b="1">
                <a:solidFill>
                  <a:srgbClr val="15283E"/>
                </a:solidFill>
                <a:latin typeface="Segoe UI"/>
                <a:ea typeface="Segoe UI"/>
                <a:cs typeface="Segoe UI"/>
              </a:rPr>
              <a:t>Manager: frequency and reach change the priority</a:t>
            </a:r>
          </a:p>
        </p:txBody>
      </p:sp>
      <p:sp>
        <p:nvSpPr>
          <p:cNvPr id="2" name="BGL  /  all teams, full recorded period  /  exact-phras">
            <a:extLst xmlns:a="http://schemas.openxmlformats.org/drawingml/2006/main">
              <a:ext uri="{FF2B5EF4-FFF2-40B4-BE49-F238E27FC236}">
                <a16:creationId xmlns:a16="http://schemas.microsoft.com/office/drawing/2014/main" id="{34E825DE-2D12-4451-B778-9D49D380C01E}"/>
              </a:ext>
            </a:extLst>
          </p:cNvPr>
          <p:cNvSpPr>
            <a:spLocks xmlns:a="http://schemas.openxmlformats.org/drawingml/2006/main" noGrp="1"/>
          </p:cNvSpPr>
          <p:nvPr/>
        </p:nvSpPr>
        <p:spPr>
          <a:xfrm xmlns:a="http://schemas.openxmlformats.org/drawingml/2006/main">
            <a:off x="609600" y="630555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73"/>
                </a:solidFill>
                <a:latin typeface="Segoe UI"/>
                <a:ea typeface="Segoe UI"/>
                <a:cs typeface="Segoe UI"/>
              </a:defRPr>
            </a:defPPr>
            <a:lvl1pPr>
              <a:defRPr sz="1050" b="0">
                <a:solidFill>
                  <a:srgbClr val="526173"/>
                </a:solidFill>
                <a:latin typeface="Segoe UI"/>
                <a:ea typeface="Segoe UI"/>
                <a:cs typeface="Segoe UI"/>
              </a:defRPr>
            </a:lvl1pPr>
            <a:lvl2pPr>
              <a:defRPr sz="1050" b="0">
                <a:solidFill>
                  <a:srgbClr val="526173"/>
                </a:solidFill>
                <a:latin typeface="Segoe UI"/>
                <a:ea typeface="Segoe UI"/>
                <a:cs typeface="Segoe UI"/>
              </a:defRPr>
            </a:lvl2pPr>
            <a:lvl3pPr>
              <a:defRPr sz="1050" b="0">
                <a:solidFill>
                  <a:srgbClr val="526173"/>
                </a:solidFill>
                <a:latin typeface="Segoe UI"/>
                <a:ea typeface="Segoe UI"/>
                <a:cs typeface="Segoe UI"/>
              </a:defRPr>
            </a:lvl3pPr>
            <a:lvl4pPr>
              <a:defRPr sz="1050" b="0">
                <a:solidFill>
                  <a:srgbClr val="526173"/>
                </a:solidFill>
                <a:latin typeface="Segoe UI"/>
                <a:ea typeface="Segoe UI"/>
                <a:cs typeface="Segoe UI"/>
              </a:defRPr>
            </a:lvl4pPr>
            <a:lvl5pPr>
              <a:defRPr sz="1050" b="0">
                <a:solidFill>
                  <a:srgbClr val="526173"/>
                </a:solidFill>
                <a:latin typeface="Segoe UI"/>
                <a:ea typeface="Segoe UI"/>
                <a:cs typeface="Segoe UI"/>
              </a:defRPr>
            </a:lvl5pPr>
            <a:lvl6pPr>
              <a:defRPr sz="1050" b="0">
                <a:solidFill>
                  <a:srgbClr val="526173"/>
                </a:solidFill>
                <a:latin typeface="Segoe UI"/>
                <a:ea typeface="Segoe UI"/>
                <a:cs typeface="Segoe UI"/>
              </a:defRPr>
            </a:lvl6pPr>
            <a:lvl7pPr>
              <a:defRPr sz="1050" b="0">
                <a:solidFill>
                  <a:srgbClr val="526173"/>
                </a:solidFill>
                <a:latin typeface="Segoe UI"/>
                <a:ea typeface="Segoe UI"/>
                <a:cs typeface="Segoe UI"/>
              </a:defRPr>
            </a:lvl7pPr>
            <a:lvl8pPr>
              <a:defRPr sz="1050" b="0">
                <a:solidFill>
                  <a:srgbClr val="526173"/>
                </a:solidFill>
                <a:latin typeface="Segoe UI"/>
                <a:ea typeface="Segoe UI"/>
                <a:cs typeface="Segoe UI"/>
              </a:defRPr>
            </a:lvl8pPr>
            <a:lvl9pPr>
              <a:defRPr sz="1050" b="0">
                <a:solidFill>
                  <a:srgbClr val="526173"/>
                </a:solidFill>
                <a:latin typeface="Segoe UI"/>
                <a:ea typeface="Segoe UI"/>
                <a:cs typeface="Segoe UI"/>
              </a:defRPr>
            </a:lvl9pPr>
          </a:lstStyle>
          <a:p xmlns:a="http://schemas.openxmlformats.org/drawingml/2006/main">
            <a:pPr>
              <a:defRPr sz="1050" b="0">
                <a:solidFill>
                  <a:srgbClr val="526173"/>
                </a:solidFill>
                <a:latin typeface="Segoe UI"/>
                <a:ea typeface="Segoe UI"/>
                <a:cs typeface="Segoe UI"/>
              </a:defRPr>
            </a:pPr>
            <a:r>
              <a:rPr sz="1050" b="0">
                <a:solidFill>
                  <a:srgbClr val="526173"/>
                </a:solidFill>
                <a:latin typeface="Segoe UI"/>
                <a:ea typeface="Segoe UI"/>
                <a:cs typeface="Segoe UI"/>
              </a:rPr>
              <a:t>BGL  /  all teams, full recorded period  /  exact-phrase full-match aggregations and priority_ranking</a:t>
            </a:r>
          </a:p>
        </p:txBody>
      </p:sp>
      <p:sp>
        <p:nvSpPr>
          <p:cNvPr id="3" name="05">
            <a:extLst xmlns:a="http://schemas.openxmlformats.org/drawingml/2006/main">
              <a:ext uri="{FF2B5EF4-FFF2-40B4-BE49-F238E27FC236}">
                <a16:creationId xmlns:a16="http://schemas.microsoft.com/office/drawing/2014/main" id="{DBED96DF-A9D5-41BB-9032-11C93584033C}"/>
              </a:ext>
            </a:extLst>
          </p:cNvPr>
          <p:cNvSpPr>
            <a:spLocks xmlns:a="http://schemas.openxmlformats.org/drawingml/2006/main" noGrp="1"/>
          </p:cNvSpPr>
          <p:nvPr/>
        </p:nvSpPr>
        <p:spPr>
          <a:xfrm xmlns:a="http://schemas.openxmlformats.org/drawingml/2006/main">
            <a:off x="11125200" y="63246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173"/>
                </a:solidFill>
                <a:latin typeface="Segoe UI"/>
                <a:ea typeface="Segoe UI"/>
                <a:cs typeface="Segoe UI"/>
              </a:defRPr>
            </a:defPPr>
            <a:lvl1pPr>
              <a:defRPr sz="1125" b="0">
                <a:solidFill>
                  <a:srgbClr val="526173"/>
                </a:solidFill>
                <a:latin typeface="Segoe UI"/>
                <a:ea typeface="Segoe UI"/>
                <a:cs typeface="Segoe UI"/>
              </a:defRPr>
            </a:lvl1pPr>
            <a:lvl2pPr>
              <a:defRPr sz="1125" b="0">
                <a:solidFill>
                  <a:srgbClr val="526173"/>
                </a:solidFill>
                <a:latin typeface="Segoe UI"/>
                <a:ea typeface="Segoe UI"/>
                <a:cs typeface="Segoe UI"/>
              </a:defRPr>
            </a:lvl2pPr>
            <a:lvl3pPr>
              <a:defRPr sz="1125" b="0">
                <a:solidFill>
                  <a:srgbClr val="526173"/>
                </a:solidFill>
                <a:latin typeface="Segoe UI"/>
                <a:ea typeface="Segoe UI"/>
                <a:cs typeface="Segoe UI"/>
              </a:defRPr>
            </a:lvl3pPr>
            <a:lvl4pPr>
              <a:defRPr sz="1125" b="0">
                <a:solidFill>
                  <a:srgbClr val="526173"/>
                </a:solidFill>
                <a:latin typeface="Segoe UI"/>
                <a:ea typeface="Segoe UI"/>
                <a:cs typeface="Segoe UI"/>
              </a:defRPr>
            </a:lvl4pPr>
            <a:lvl5pPr>
              <a:defRPr sz="1125" b="0">
                <a:solidFill>
                  <a:srgbClr val="526173"/>
                </a:solidFill>
                <a:latin typeface="Segoe UI"/>
                <a:ea typeface="Segoe UI"/>
                <a:cs typeface="Segoe UI"/>
              </a:defRPr>
            </a:lvl5pPr>
            <a:lvl6pPr>
              <a:defRPr sz="1125" b="0">
                <a:solidFill>
                  <a:srgbClr val="526173"/>
                </a:solidFill>
                <a:latin typeface="Segoe UI"/>
                <a:ea typeface="Segoe UI"/>
                <a:cs typeface="Segoe UI"/>
              </a:defRPr>
            </a:lvl6pPr>
            <a:lvl7pPr>
              <a:defRPr sz="1125" b="0">
                <a:solidFill>
                  <a:srgbClr val="526173"/>
                </a:solidFill>
                <a:latin typeface="Segoe UI"/>
                <a:ea typeface="Segoe UI"/>
                <a:cs typeface="Segoe UI"/>
              </a:defRPr>
            </a:lvl7pPr>
            <a:lvl8pPr>
              <a:defRPr sz="1125" b="0">
                <a:solidFill>
                  <a:srgbClr val="526173"/>
                </a:solidFill>
                <a:latin typeface="Segoe UI"/>
                <a:ea typeface="Segoe UI"/>
                <a:cs typeface="Segoe UI"/>
              </a:defRPr>
            </a:lvl8pPr>
            <a:lvl9pPr>
              <a:defRPr sz="1125" b="0">
                <a:solidFill>
                  <a:srgbClr val="526173"/>
                </a:solidFill>
                <a:latin typeface="Segoe UI"/>
                <a:ea typeface="Segoe UI"/>
                <a:cs typeface="Segoe UI"/>
              </a:defRPr>
            </a:lvl9pPr>
          </a:lstStyle>
          <a:p xmlns:a="http://schemas.openxmlformats.org/drawingml/2006/main">
            <a:pPr>
              <a:defRPr sz="1125" b="0">
                <a:solidFill>
                  <a:srgbClr val="526173"/>
                </a:solidFill>
                <a:latin typeface="Segoe UI"/>
                <a:ea typeface="Segoe UI"/>
                <a:cs typeface="Segoe UI"/>
              </a:defRPr>
            </a:pPr>
            <a:r>
              <a:rPr sz="1125" b="0">
                <a:solidFill>
                  <a:srgbClr val="526173"/>
                </a:solidFill>
                <a:latin typeface="Segoe UI"/>
                <a:ea typeface="Segoe UI"/>
                <a:cs typeface="Segoe UI"/>
              </a:rPr>
              <a:t>05</a:t>
            </a:r>
          </a:p>
        </p:txBody>
      </p:sp>
      <p:graphicFrame>
        <p:nvGraphicFramePr>
          <p:cNvPr id="4" name="Chart">
            <a:extLst xmlns:a="http://schemas.openxmlformats.org/drawingml/2006/main">
              <a:ext uri="{FF2B5EF4-FFF2-40B4-BE49-F238E27FC236}">
                <a16:creationId xmlns:a16="http://schemas.microsoft.com/office/drawing/2014/main" id="{88C169BE-1E26-4389-8573-6607D6740DEE}"/>
              </a:ext>
            </a:extLst>
          </p:cNvPr>
          <p:cNvGraphicFramePr/>
          <p:nvPr/>
        </p:nvGraphicFramePr>
        <p:xfrm>
          <a:off xmlns:a="http://schemas.openxmlformats.org/drawingml/2006/main" x="609600" y="1762125"/>
          <a:ext xmlns:a="http://schemas.openxmlformats.org/drawingml/2006/main" cx="5267325" cy="2847975"/>
        </p:xfrm>
        <a:graphic xmlns:a="http://schemas.openxmlformats.org/drawingml/2006/main">
          <a:graphicData uri="http://schemas.openxmlformats.org/drawingml/2006/chart">
            <c:chart xmlns:r="http://schemas.openxmlformats.org/officeDocument/2006/relationships" xmlns:c="http://schemas.openxmlformats.org/drawingml/2006/chart" r:id="R3a77613629864f7c"/>
          </a:graphicData>
        </a:graphic>
      </p:graphicFrame>
      <p:graphicFrame>
        <p:nvGraphicFramePr>
          <p:cNvPr id="5" name="Chart">
            <a:extLst xmlns:a="http://schemas.openxmlformats.org/drawingml/2006/main">
              <a:ext uri="{FF2B5EF4-FFF2-40B4-BE49-F238E27FC236}">
                <a16:creationId xmlns:a16="http://schemas.microsoft.com/office/drawing/2014/main" id="{19BB9211-F28D-4938-A229-13A27B0560B6}"/>
              </a:ext>
            </a:extLst>
          </p:cNvPr>
          <p:cNvGraphicFramePr/>
          <p:nvPr/>
        </p:nvGraphicFramePr>
        <p:xfrm>
          <a:off xmlns:a="http://schemas.openxmlformats.org/drawingml/2006/main" x="6267450" y="1762125"/>
          <a:ext xmlns:a="http://schemas.openxmlformats.org/drawingml/2006/main" cx="5267325" cy="2847975"/>
        </p:xfrm>
        <a:graphic xmlns:a="http://schemas.openxmlformats.org/drawingml/2006/main">
          <a:graphicData uri="http://schemas.openxmlformats.org/drawingml/2006/chart">
            <c:chart xmlns:r="http://schemas.openxmlformats.org/officeDocument/2006/relationships" xmlns:c="http://schemas.openxmlformats.org/drawingml/2006/chart" r:id="Ra03bf7cf47d743ce"/>
          </a:graphicData>
        </a:graphic>
      </p:graphicFrame>
      <p:sp>
        <p:nvSpPr>
          <p:cNvPr id="6" name="Storage interrupts rank first in the BGL node compariso">
            <a:extLst xmlns:a="http://schemas.openxmlformats.org/drawingml/2006/main">
              <a:ext uri="{FF2B5EF4-FFF2-40B4-BE49-F238E27FC236}">
                <a16:creationId xmlns:a16="http://schemas.microsoft.com/office/drawing/2014/main" id="{AA98CDF9-AADF-4642-97BA-2E81DA18DB11}"/>
              </a:ext>
            </a:extLst>
          </p:cNvPr>
          <p:cNvSpPr>
            <a:spLocks xmlns:a="http://schemas.openxmlformats.org/drawingml/2006/main" noGrp="1"/>
          </p:cNvSpPr>
          <p:nvPr/>
        </p:nvSpPr>
        <p:spPr>
          <a:xfrm xmlns:a="http://schemas.openxmlformats.org/drawingml/2006/main">
            <a:off x="609600" y="4943475"/>
            <a:ext cx="109156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87F8C"/>
                </a:solidFill>
                <a:latin typeface="Segoe UI"/>
                <a:ea typeface="Segoe UI"/>
                <a:cs typeface="Segoe UI"/>
              </a:defRPr>
            </a:defPPr>
            <a:lvl1pPr>
              <a:defRPr sz="2550" b="1">
                <a:solidFill>
                  <a:srgbClr val="087F8C"/>
                </a:solidFill>
                <a:latin typeface="Segoe UI"/>
                <a:ea typeface="Segoe UI"/>
                <a:cs typeface="Segoe UI"/>
              </a:defRPr>
            </a:lvl1pPr>
            <a:lvl2pPr>
              <a:defRPr sz="2550" b="1">
                <a:solidFill>
                  <a:srgbClr val="087F8C"/>
                </a:solidFill>
                <a:latin typeface="Segoe UI"/>
                <a:ea typeface="Segoe UI"/>
                <a:cs typeface="Segoe UI"/>
              </a:defRPr>
            </a:lvl2pPr>
            <a:lvl3pPr>
              <a:defRPr sz="2550" b="1">
                <a:solidFill>
                  <a:srgbClr val="087F8C"/>
                </a:solidFill>
                <a:latin typeface="Segoe UI"/>
                <a:ea typeface="Segoe UI"/>
                <a:cs typeface="Segoe UI"/>
              </a:defRPr>
            </a:lvl3pPr>
            <a:lvl4pPr>
              <a:defRPr sz="2550" b="1">
                <a:solidFill>
                  <a:srgbClr val="087F8C"/>
                </a:solidFill>
                <a:latin typeface="Segoe UI"/>
                <a:ea typeface="Segoe UI"/>
                <a:cs typeface="Segoe UI"/>
              </a:defRPr>
            </a:lvl4pPr>
            <a:lvl5pPr>
              <a:defRPr sz="2550" b="1">
                <a:solidFill>
                  <a:srgbClr val="087F8C"/>
                </a:solidFill>
                <a:latin typeface="Segoe UI"/>
                <a:ea typeface="Segoe UI"/>
                <a:cs typeface="Segoe UI"/>
              </a:defRPr>
            </a:lvl5pPr>
            <a:lvl6pPr>
              <a:defRPr sz="2550" b="1">
                <a:solidFill>
                  <a:srgbClr val="087F8C"/>
                </a:solidFill>
                <a:latin typeface="Segoe UI"/>
                <a:ea typeface="Segoe UI"/>
                <a:cs typeface="Segoe UI"/>
              </a:defRPr>
            </a:lvl6pPr>
            <a:lvl7pPr>
              <a:defRPr sz="2550" b="1">
                <a:solidFill>
                  <a:srgbClr val="087F8C"/>
                </a:solidFill>
                <a:latin typeface="Segoe UI"/>
                <a:ea typeface="Segoe UI"/>
                <a:cs typeface="Segoe UI"/>
              </a:defRPr>
            </a:lvl7pPr>
            <a:lvl8pPr>
              <a:defRPr sz="2550" b="1">
                <a:solidFill>
                  <a:srgbClr val="087F8C"/>
                </a:solidFill>
                <a:latin typeface="Segoe UI"/>
                <a:ea typeface="Segoe UI"/>
                <a:cs typeface="Segoe UI"/>
              </a:defRPr>
            </a:lvl8pPr>
            <a:lvl9pPr>
              <a:defRPr sz="2550" b="1">
                <a:solidFill>
                  <a:srgbClr val="087F8C"/>
                </a:solidFill>
                <a:latin typeface="Segoe UI"/>
                <a:ea typeface="Segoe UI"/>
                <a:cs typeface="Segoe UI"/>
              </a:defRPr>
            </a:lvl9pPr>
          </a:lstStyle>
          <a:p xmlns:a="http://schemas.openxmlformats.org/drawingml/2006/main">
            <a:pPr>
              <a:defRPr sz="2550" b="1">
                <a:solidFill>
                  <a:srgbClr val="087F8C"/>
                </a:solidFill>
                <a:latin typeface="Segoe UI"/>
                <a:ea typeface="Segoe UI"/>
                <a:cs typeface="Segoe UI"/>
              </a:defRPr>
            </a:pPr>
            <a:r>
              <a:rPr sz="2550" b="1">
                <a:solidFill>
                  <a:srgbClr val="087F8C"/>
                </a:solidFill>
                <a:latin typeface="Segoe UI"/>
                <a:ea typeface="Segoe UI"/>
                <a:cs typeface="Segoe UI"/>
              </a:rPr>
              <a:t>Storage interrupts rank first in the BGL node comparison</a:t>
            </a:r>
          </a:p>
        </p:txBody>
      </p:sp>
      <p:sp>
        <p:nvSpPr>
          <p:cNvPr id="7" name="Score factors: frequency, severity, reach, trend and BG">
            <a:extLst xmlns:a="http://schemas.openxmlformats.org/drawingml/2006/main">
              <a:ext uri="{FF2B5EF4-FFF2-40B4-BE49-F238E27FC236}">
                <a16:creationId xmlns:a16="http://schemas.microsoft.com/office/drawing/2014/main" id="{FEF6FE64-E26C-4D29-80AF-7E10C7CAACD9}"/>
              </a:ext>
            </a:extLst>
          </p:cNvPr>
          <p:cNvSpPr>
            <a:spLocks xmlns:a="http://schemas.openxmlformats.org/drawingml/2006/main" noGrp="1"/>
          </p:cNvSpPr>
          <p:nvPr/>
        </p:nvSpPr>
        <p:spPr>
          <a:xfrm xmlns:a="http://schemas.openxmlformats.org/drawingml/2006/main">
            <a:off x="609600" y="5724525"/>
            <a:ext cx="109156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173"/>
                </a:solidFill>
                <a:latin typeface="Segoe UI"/>
                <a:ea typeface="Segoe UI"/>
                <a:cs typeface="Segoe UI"/>
              </a:defRPr>
            </a:defPPr>
            <a:lvl1pPr>
              <a:defRPr sz="1725" b="0">
                <a:solidFill>
                  <a:srgbClr val="526173"/>
                </a:solidFill>
                <a:latin typeface="Segoe UI"/>
                <a:ea typeface="Segoe UI"/>
                <a:cs typeface="Segoe UI"/>
              </a:defRPr>
            </a:lvl1pPr>
            <a:lvl2pPr>
              <a:defRPr sz="1725" b="0">
                <a:solidFill>
                  <a:srgbClr val="526173"/>
                </a:solidFill>
                <a:latin typeface="Segoe UI"/>
                <a:ea typeface="Segoe UI"/>
                <a:cs typeface="Segoe UI"/>
              </a:defRPr>
            </a:lvl2pPr>
            <a:lvl3pPr>
              <a:defRPr sz="1725" b="0">
                <a:solidFill>
                  <a:srgbClr val="526173"/>
                </a:solidFill>
                <a:latin typeface="Segoe UI"/>
                <a:ea typeface="Segoe UI"/>
                <a:cs typeface="Segoe UI"/>
              </a:defRPr>
            </a:lvl3pPr>
            <a:lvl4pPr>
              <a:defRPr sz="1725" b="0">
                <a:solidFill>
                  <a:srgbClr val="526173"/>
                </a:solidFill>
                <a:latin typeface="Segoe UI"/>
                <a:ea typeface="Segoe UI"/>
                <a:cs typeface="Segoe UI"/>
              </a:defRPr>
            </a:lvl4pPr>
            <a:lvl5pPr>
              <a:defRPr sz="1725" b="0">
                <a:solidFill>
                  <a:srgbClr val="526173"/>
                </a:solidFill>
                <a:latin typeface="Segoe UI"/>
                <a:ea typeface="Segoe UI"/>
                <a:cs typeface="Segoe UI"/>
              </a:defRPr>
            </a:lvl5pPr>
            <a:lvl6pPr>
              <a:defRPr sz="1725" b="0">
                <a:solidFill>
                  <a:srgbClr val="526173"/>
                </a:solidFill>
                <a:latin typeface="Segoe UI"/>
                <a:ea typeface="Segoe UI"/>
                <a:cs typeface="Segoe UI"/>
              </a:defRPr>
            </a:lvl6pPr>
            <a:lvl7pPr>
              <a:defRPr sz="1725" b="0">
                <a:solidFill>
                  <a:srgbClr val="526173"/>
                </a:solidFill>
                <a:latin typeface="Segoe UI"/>
                <a:ea typeface="Segoe UI"/>
                <a:cs typeface="Segoe UI"/>
              </a:defRPr>
            </a:lvl7pPr>
            <a:lvl8pPr>
              <a:defRPr sz="1725" b="0">
                <a:solidFill>
                  <a:srgbClr val="526173"/>
                </a:solidFill>
                <a:latin typeface="Segoe UI"/>
                <a:ea typeface="Segoe UI"/>
                <a:cs typeface="Segoe UI"/>
              </a:defRPr>
            </a:lvl8pPr>
            <a:lvl9pPr>
              <a:defRPr sz="1725" b="0">
                <a:solidFill>
                  <a:srgbClr val="526173"/>
                </a:solidFill>
                <a:latin typeface="Segoe UI"/>
                <a:ea typeface="Segoe UI"/>
                <a:cs typeface="Segoe UI"/>
              </a:defRPr>
            </a:lvl9pPr>
          </a:lstStyle>
          <a:p xmlns:a="http://schemas.openxmlformats.org/drawingml/2006/main">
            <a:pPr>
              <a:defRPr sz="1725" b="0">
                <a:solidFill>
                  <a:srgbClr val="526173"/>
                </a:solidFill>
                <a:latin typeface="Segoe UI"/>
                <a:ea typeface="Segoe UI"/>
                <a:cs typeface="Segoe UI"/>
              </a:defRPr>
            </a:pPr>
            <a:r>
              <a:rPr sz="1725" b="0">
                <a:solidFill>
                  <a:srgbClr val="526173"/>
                </a:solidFill>
                <a:latin typeface="Segoe UI"/>
                <a:ea typeface="Segoe UI"/>
                <a:cs typeface="Segoe UI"/>
              </a:rPr>
              <a:t>Score factors: frequency, severity, reach, trend and BGL alerts.</a:t>
            </a:r>
          </a:p>
          <a:p xmlns:a="http://schemas.openxmlformats.org/drawingml/2006/main">
            <a:pPr>
              <a:defRPr sz="1725" b="0">
                <a:solidFill>
                  <a:srgbClr val="526173"/>
                </a:solidFill>
                <a:latin typeface="Segoe UI"/>
                <a:ea typeface="Segoe UI"/>
                <a:cs typeface="Segoe UI"/>
              </a:defRPr>
            </a:pPr>
            <a:r>
              <a:rPr sz="1725" b="0">
                <a:solidFill>
                  <a:srgbClr val="526173"/>
                </a:solidFill>
                <a:latin typeface="Segoe UI"/>
                <a:ea typeface="Segoe UI"/>
                <a:cs typeface="Segoe UI"/>
              </a:rPr>
              <a:t>The score supports investigation and does not measure economic loss.</a:t>
            </a:r>
          </a:p>
        </p:txBody>
      </p:sp>
    </p:spTree>
    <p:extLst>
      <p:ext uri="{BB962C8B-B14F-4D97-AF65-F5344CB8AC3E}">
        <p14:creationId xmlns:p14="http://schemas.microsoft.com/office/powerpoint/2010/main" val="16828483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he same tools work through MCP">
            <a:extLst xmlns:a="http://schemas.openxmlformats.org/drawingml/2006/main">
              <a:ext uri="{FF2B5EF4-FFF2-40B4-BE49-F238E27FC236}">
                <a16:creationId xmlns:a16="http://schemas.microsoft.com/office/drawing/2014/main" id="{124C6F1A-BDB0-44BE-815B-50B9C5221490}"/>
              </a:ext>
            </a:extLst>
          </p:cNvPr>
          <p:cNvSpPr>
            <a:spLocks xmlns:a="http://schemas.openxmlformats.org/drawingml/2006/main" noGrp="1"/>
          </p:cNvSpPr>
          <p:nvPr/>
        </p:nvSpPr>
        <p:spPr>
          <a:xfrm xmlns:a="http://schemas.openxmlformats.org/drawingml/2006/main">
            <a:off x="609600" y="466725"/>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83E"/>
                </a:solidFill>
                <a:latin typeface="Segoe UI"/>
                <a:ea typeface="Segoe UI"/>
                <a:cs typeface="Segoe UI"/>
              </a:defRPr>
            </a:defPPr>
            <a:lvl1pPr>
              <a:defRPr sz="3300" b="1">
                <a:solidFill>
                  <a:srgbClr val="15283E"/>
                </a:solidFill>
                <a:latin typeface="Segoe UI"/>
                <a:ea typeface="Segoe UI"/>
                <a:cs typeface="Segoe UI"/>
              </a:defRPr>
            </a:lvl1pPr>
            <a:lvl2pPr>
              <a:defRPr sz="3300" b="1">
                <a:solidFill>
                  <a:srgbClr val="15283E"/>
                </a:solidFill>
                <a:latin typeface="Segoe UI"/>
                <a:ea typeface="Segoe UI"/>
                <a:cs typeface="Segoe UI"/>
              </a:defRPr>
            </a:lvl2pPr>
            <a:lvl3pPr>
              <a:defRPr sz="3300" b="1">
                <a:solidFill>
                  <a:srgbClr val="15283E"/>
                </a:solidFill>
                <a:latin typeface="Segoe UI"/>
                <a:ea typeface="Segoe UI"/>
                <a:cs typeface="Segoe UI"/>
              </a:defRPr>
            </a:lvl3pPr>
            <a:lvl4pPr>
              <a:defRPr sz="3300" b="1">
                <a:solidFill>
                  <a:srgbClr val="15283E"/>
                </a:solidFill>
                <a:latin typeface="Segoe UI"/>
                <a:ea typeface="Segoe UI"/>
                <a:cs typeface="Segoe UI"/>
              </a:defRPr>
            </a:lvl4pPr>
            <a:lvl5pPr>
              <a:defRPr sz="3300" b="1">
                <a:solidFill>
                  <a:srgbClr val="15283E"/>
                </a:solidFill>
                <a:latin typeface="Segoe UI"/>
                <a:ea typeface="Segoe UI"/>
                <a:cs typeface="Segoe UI"/>
              </a:defRPr>
            </a:lvl5pPr>
            <a:lvl6pPr>
              <a:defRPr sz="3300" b="1">
                <a:solidFill>
                  <a:srgbClr val="15283E"/>
                </a:solidFill>
                <a:latin typeface="Segoe UI"/>
                <a:ea typeface="Segoe UI"/>
                <a:cs typeface="Segoe UI"/>
              </a:defRPr>
            </a:lvl6pPr>
            <a:lvl7pPr>
              <a:defRPr sz="3300" b="1">
                <a:solidFill>
                  <a:srgbClr val="15283E"/>
                </a:solidFill>
                <a:latin typeface="Segoe UI"/>
                <a:ea typeface="Segoe UI"/>
                <a:cs typeface="Segoe UI"/>
              </a:defRPr>
            </a:lvl7pPr>
            <a:lvl8pPr>
              <a:defRPr sz="3300" b="1">
                <a:solidFill>
                  <a:srgbClr val="15283E"/>
                </a:solidFill>
                <a:latin typeface="Segoe UI"/>
                <a:ea typeface="Segoe UI"/>
                <a:cs typeface="Segoe UI"/>
              </a:defRPr>
            </a:lvl8pPr>
            <a:lvl9pPr>
              <a:defRPr sz="3300" b="1">
                <a:solidFill>
                  <a:srgbClr val="15283E"/>
                </a:solidFill>
                <a:latin typeface="Segoe UI"/>
                <a:ea typeface="Segoe UI"/>
                <a:cs typeface="Segoe UI"/>
              </a:defRPr>
            </a:lvl9pPr>
          </a:lstStyle>
          <a:p xmlns:a="http://schemas.openxmlformats.org/drawingml/2006/main">
            <a:pPr>
              <a:defRPr sz="3300" b="1">
                <a:solidFill>
                  <a:srgbClr val="15283E"/>
                </a:solidFill>
                <a:latin typeface="Segoe UI"/>
                <a:ea typeface="Segoe UI"/>
                <a:cs typeface="Segoe UI"/>
              </a:defRPr>
            </a:pPr>
            <a:r>
              <a:rPr sz="3300" b="1">
                <a:solidFill>
                  <a:srgbClr val="15283E"/>
                </a:solidFill>
                <a:latin typeface="Segoe UI"/>
                <a:ea typeface="Segoe UI"/>
                <a:cs typeface="Segoe UI"/>
              </a:rPr>
              <a:t>The same tools work through MCP</a:t>
            </a:r>
          </a:p>
        </p:txBody>
      </p:sp>
      <p:sp>
        <p:nvSpPr>
          <p:cNvPr id="2" name="MCP SDK checks passed in both protocol modes. Actual Cl">
            <a:extLst xmlns:a="http://schemas.openxmlformats.org/drawingml/2006/main">
              <a:ext uri="{FF2B5EF4-FFF2-40B4-BE49-F238E27FC236}">
                <a16:creationId xmlns:a16="http://schemas.microsoft.com/office/drawing/2014/main" id="{D23F9BBC-350F-42BE-A28A-B2636F0800BB}"/>
              </a:ext>
            </a:extLst>
          </p:cNvPr>
          <p:cNvSpPr>
            <a:spLocks xmlns:a="http://schemas.openxmlformats.org/drawingml/2006/main" noGrp="1"/>
          </p:cNvSpPr>
          <p:nvPr/>
        </p:nvSpPr>
        <p:spPr>
          <a:xfrm xmlns:a="http://schemas.openxmlformats.org/drawingml/2006/main">
            <a:off x="609600" y="630555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73"/>
                </a:solidFill>
                <a:latin typeface="Segoe UI"/>
                <a:ea typeface="Segoe UI"/>
                <a:cs typeface="Segoe UI"/>
              </a:defRPr>
            </a:defPPr>
            <a:lvl1pPr>
              <a:defRPr sz="1050" b="0">
                <a:solidFill>
                  <a:srgbClr val="526173"/>
                </a:solidFill>
                <a:latin typeface="Segoe UI"/>
                <a:ea typeface="Segoe UI"/>
                <a:cs typeface="Segoe UI"/>
              </a:defRPr>
            </a:lvl1pPr>
            <a:lvl2pPr>
              <a:defRPr sz="1050" b="0">
                <a:solidFill>
                  <a:srgbClr val="526173"/>
                </a:solidFill>
                <a:latin typeface="Segoe UI"/>
                <a:ea typeface="Segoe UI"/>
                <a:cs typeface="Segoe UI"/>
              </a:defRPr>
            </a:lvl2pPr>
            <a:lvl3pPr>
              <a:defRPr sz="1050" b="0">
                <a:solidFill>
                  <a:srgbClr val="526173"/>
                </a:solidFill>
                <a:latin typeface="Segoe UI"/>
                <a:ea typeface="Segoe UI"/>
                <a:cs typeface="Segoe UI"/>
              </a:defRPr>
            </a:lvl3pPr>
            <a:lvl4pPr>
              <a:defRPr sz="1050" b="0">
                <a:solidFill>
                  <a:srgbClr val="526173"/>
                </a:solidFill>
                <a:latin typeface="Segoe UI"/>
                <a:ea typeface="Segoe UI"/>
                <a:cs typeface="Segoe UI"/>
              </a:defRPr>
            </a:lvl4pPr>
            <a:lvl5pPr>
              <a:defRPr sz="1050" b="0">
                <a:solidFill>
                  <a:srgbClr val="526173"/>
                </a:solidFill>
                <a:latin typeface="Segoe UI"/>
                <a:ea typeface="Segoe UI"/>
                <a:cs typeface="Segoe UI"/>
              </a:defRPr>
            </a:lvl5pPr>
            <a:lvl6pPr>
              <a:defRPr sz="1050" b="0">
                <a:solidFill>
                  <a:srgbClr val="526173"/>
                </a:solidFill>
                <a:latin typeface="Segoe UI"/>
                <a:ea typeface="Segoe UI"/>
                <a:cs typeface="Segoe UI"/>
              </a:defRPr>
            </a:lvl6pPr>
            <a:lvl7pPr>
              <a:defRPr sz="1050" b="0">
                <a:solidFill>
                  <a:srgbClr val="526173"/>
                </a:solidFill>
                <a:latin typeface="Segoe UI"/>
                <a:ea typeface="Segoe UI"/>
                <a:cs typeface="Segoe UI"/>
              </a:defRPr>
            </a:lvl7pPr>
            <a:lvl8pPr>
              <a:defRPr sz="1050" b="0">
                <a:solidFill>
                  <a:srgbClr val="526173"/>
                </a:solidFill>
                <a:latin typeface="Segoe UI"/>
                <a:ea typeface="Segoe UI"/>
                <a:cs typeface="Segoe UI"/>
              </a:defRPr>
            </a:lvl8pPr>
            <a:lvl9pPr>
              <a:defRPr sz="1050" b="0">
                <a:solidFill>
                  <a:srgbClr val="526173"/>
                </a:solidFill>
                <a:latin typeface="Segoe UI"/>
                <a:ea typeface="Segoe UI"/>
                <a:cs typeface="Segoe UI"/>
              </a:defRPr>
            </a:lvl9pPr>
          </a:lstStyle>
          <a:p xmlns:a="http://schemas.openxmlformats.org/drawingml/2006/main">
            <a:pPr>
              <a:defRPr sz="1050" b="0">
                <a:solidFill>
                  <a:srgbClr val="526173"/>
                </a:solidFill>
                <a:latin typeface="Segoe UI"/>
                <a:ea typeface="Segoe UI"/>
                <a:cs typeface="Segoe UI"/>
              </a:defRPr>
            </a:pPr>
            <a:r>
              <a:rPr sz="1050" b="0">
                <a:solidFill>
                  <a:srgbClr val="526173"/>
                </a:solidFill>
                <a:latin typeface="Segoe UI"/>
                <a:ea typeface="Segoe UI"/>
                <a:cs typeface="Segoe UI"/>
              </a:rPr>
              <a:t>MCP SDK checks passed in both protocol modes. Actual Claude answer recording remains a team acceptance step.</a:t>
            </a:r>
          </a:p>
        </p:txBody>
      </p:sp>
      <p:sp>
        <p:nvSpPr>
          <p:cNvPr id="3" name="06">
            <a:extLst xmlns:a="http://schemas.openxmlformats.org/drawingml/2006/main">
              <a:ext uri="{FF2B5EF4-FFF2-40B4-BE49-F238E27FC236}">
                <a16:creationId xmlns:a16="http://schemas.microsoft.com/office/drawing/2014/main" id="{9686318B-5486-4054-9144-A00319F085CE}"/>
              </a:ext>
            </a:extLst>
          </p:cNvPr>
          <p:cNvSpPr>
            <a:spLocks xmlns:a="http://schemas.openxmlformats.org/drawingml/2006/main" noGrp="1"/>
          </p:cNvSpPr>
          <p:nvPr/>
        </p:nvSpPr>
        <p:spPr>
          <a:xfrm xmlns:a="http://schemas.openxmlformats.org/drawingml/2006/main">
            <a:off x="11125200" y="63246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173"/>
                </a:solidFill>
                <a:latin typeface="Segoe UI"/>
                <a:ea typeface="Segoe UI"/>
                <a:cs typeface="Segoe UI"/>
              </a:defRPr>
            </a:defPPr>
            <a:lvl1pPr>
              <a:defRPr sz="1125" b="0">
                <a:solidFill>
                  <a:srgbClr val="526173"/>
                </a:solidFill>
                <a:latin typeface="Segoe UI"/>
                <a:ea typeface="Segoe UI"/>
                <a:cs typeface="Segoe UI"/>
              </a:defRPr>
            </a:lvl1pPr>
            <a:lvl2pPr>
              <a:defRPr sz="1125" b="0">
                <a:solidFill>
                  <a:srgbClr val="526173"/>
                </a:solidFill>
                <a:latin typeface="Segoe UI"/>
                <a:ea typeface="Segoe UI"/>
                <a:cs typeface="Segoe UI"/>
              </a:defRPr>
            </a:lvl2pPr>
            <a:lvl3pPr>
              <a:defRPr sz="1125" b="0">
                <a:solidFill>
                  <a:srgbClr val="526173"/>
                </a:solidFill>
                <a:latin typeface="Segoe UI"/>
                <a:ea typeface="Segoe UI"/>
                <a:cs typeface="Segoe UI"/>
              </a:defRPr>
            </a:lvl3pPr>
            <a:lvl4pPr>
              <a:defRPr sz="1125" b="0">
                <a:solidFill>
                  <a:srgbClr val="526173"/>
                </a:solidFill>
                <a:latin typeface="Segoe UI"/>
                <a:ea typeface="Segoe UI"/>
                <a:cs typeface="Segoe UI"/>
              </a:defRPr>
            </a:lvl4pPr>
            <a:lvl5pPr>
              <a:defRPr sz="1125" b="0">
                <a:solidFill>
                  <a:srgbClr val="526173"/>
                </a:solidFill>
                <a:latin typeface="Segoe UI"/>
                <a:ea typeface="Segoe UI"/>
                <a:cs typeface="Segoe UI"/>
              </a:defRPr>
            </a:lvl5pPr>
            <a:lvl6pPr>
              <a:defRPr sz="1125" b="0">
                <a:solidFill>
                  <a:srgbClr val="526173"/>
                </a:solidFill>
                <a:latin typeface="Segoe UI"/>
                <a:ea typeface="Segoe UI"/>
                <a:cs typeface="Segoe UI"/>
              </a:defRPr>
            </a:lvl6pPr>
            <a:lvl7pPr>
              <a:defRPr sz="1125" b="0">
                <a:solidFill>
                  <a:srgbClr val="526173"/>
                </a:solidFill>
                <a:latin typeface="Segoe UI"/>
                <a:ea typeface="Segoe UI"/>
                <a:cs typeface="Segoe UI"/>
              </a:defRPr>
            </a:lvl7pPr>
            <a:lvl8pPr>
              <a:defRPr sz="1125" b="0">
                <a:solidFill>
                  <a:srgbClr val="526173"/>
                </a:solidFill>
                <a:latin typeface="Segoe UI"/>
                <a:ea typeface="Segoe UI"/>
                <a:cs typeface="Segoe UI"/>
              </a:defRPr>
            </a:lvl8pPr>
            <a:lvl9pPr>
              <a:defRPr sz="1125" b="0">
                <a:solidFill>
                  <a:srgbClr val="526173"/>
                </a:solidFill>
                <a:latin typeface="Segoe UI"/>
                <a:ea typeface="Segoe UI"/>
                <a:cs typeface="Segoe UI"/>
              </a:defRPr>
            </a:lvl9pPr>
          </a:lstStyle>
          <a:p xmlns:a="http://schemas.openxmlformats.org/drawingml/2006/main">
            <a:pPr>
              <a:defRPr sz="1125" b="0">
                <a:solidFill>
                  <a:srgbClr val="526173"/>
                </a:solidFill>
                <a:latin typeface="Segoe UI"/>
                <a:ea typeface="Segoe UI"/>
                <a:cs typeface="Segoe UI"/>
              </a:defRPr>
            </a:pPr>
            <a:r>
              <a:rPr sz="1125" b="0">
                <a:solidFill>
                  <a:srgbClr val="526173"/>
                </a:solidFill>
                <a:latin typeface="Segoe UI"/>
                <a:ea typeface="Segoe UI"/>
                <a:cs typeface="Segoe UI"/>
              </a:rPr>
              <a:t>06</a:t>
            </a:r>
          </a:p>
        </p:txBody>
      </p:sp>
      <p:sp>
        <p:nvSpPr>
          <p:cNvPr id="4" name="7 read tools">
            <a:extLst xmlns:a="http://schemas.openxmlformats.org/drawingml/2006/main">
              <a:ext uri="{FF2B5EF4-FFF2-40B4-BE49-F238E27FC236}">
                <a16:creationId xmlns:a16="http://schemas.microsoft.com/office/drawing/2014/main" id="{9BD204CC-3646-429E-98FD-5A00B3C0DEC9}"/>
              </a:ext>
            </a:extLst>
          </p:cNvPr>
          <p:cNvSpPr>
            <a:spLocks xmlns:a="http://schemas.openxmlformats.org/drawingml/2006/main" noGrp="1"/>
          </p:cNvSpPr>
          <p:nvPr/>
        </p:nvSpPr>
        <p:spPr>
          <a:xfrm xmlns:a="http://schemas.openxmlformats.org/drawingml/2006/main">
            <a:off x="609600" y="1781175"/>
            <a:ext cx="5191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575" b="1">
                <a:solidFill>
                  <a:srgbClr val="087F8C"/>
                </a:solidFill>
                <a:latin typeface="Segoe UI"/>
                <a:ea typeface="Segoe UI"/>
                <a:cs typeface="Segoe UI"/>
              </a:defRPr>
            </a:defPPr>
            <a:lvl1pPr>
              <a:defRPr sz="4575" b="1">
                <a:solidFill>
                  <a:srgbClr val="087F8C"/>
                </a:solidFill>
                <a:latin typeface="Segoe UI"/>
                <a:ea typeface="Segoe UI"/>
                <a:cs typeface="Segoe UI"/>
              </a:defRPr>
            </a:lvl1pPr>
            <a:lvl2pPr>
              <a:defRPr sz="4575" b="1">
                <a:solidFill>
                  <a:srgbClr val="087F8C"/>
                </a:solidFill>
                <a:latin typeface="Segoe UI"/>
                <a:ea typeface="Segoe UI"/>
                <a:cs typeface="Segoe UI"/>
              </a:defRPr>
            </a:lvl2pPr>
            <a:lvl3pPr>
              <a:defRPr sz="4575" b="1">
                <a:solidFill>
                  <a:srgbClr val="087F8C"/>
                </a:solidFill>
                <a:latin typeface="Segoe UI"/>
                <a:ea typeface="Segoe UI"/>
                <a:cs typeface="Segoe UI"/>
              </a:defRPr>
            </a:lvl3pPr>
            <a:lvl4pPr>
              <a:defRPr sz="4575" b="1">
                <a:solidFill>
                  <a:srgbClr val="087F8C"/>
                </a:solidFill>
                <a:latin typeface="Segoe UI"/>
                <a:ea typeface="Segoe UI"/>
                <a:cs typeface="Segoe UI"/>
              </a:defRPr>
            </a:lvl4pPr>
            <a:lvl5pPr>
              <a:defRPr sz="4575" b="1">
                <a:solidFill>
                  <a:srgbClr val="087F8C"/>
                </a:solidFill>
                <a:latin typeface="Segoe UI"/>
                <a:ea typeface="Segoe UI"/>
                <a:cs typeface="Segoe UI"/>
              </a:defRPr>
            </a:lvl5pPr>
            <a:lvl6pPr>
              <a:defRPr sz="4575" b="1">
                <a:solidFill>
                  <a:srgbClr val="087F8C"/>
                </a:solidFill>
                <a:latin typeface="Segoe UI"/>
                <a:ea typeface="Segoe UI"/>
                <a:cs typeface="Segoe UI"/>
              </a:defRPr>
            </a:lvl6pPr>
            <a:lvl7pPr>
              <a:defRPr sz="4575" b="1">
                <a:solidFill>
                  <a:srgbClr val="087F8C"/>
                </a:solidFill>
                <a:latin typeface="Segoe UI"/>
                <a:ea typeface="Segoe UI"/>
                <a:cs typeface="Segoe UI"/>
              </a:defRPr>
            </a:lvl7pPr>
            <a:lvl8pPr>
              <a:defRPr sz="4575" b="1">
                <a:solidFill>
                  <a:srgbClr val="087F8C"/>
                </a:solidFill>
                <a:latin typeface="Segoe UI"/>
                <a:ea typeface="Segoe UI"/>
                <a:cs typeface="Segoe UI"/>
              </a:defRPr>
            </a:lvl8pPr>
            <a:lvl9pPr>
              <a:defRPr sz="4575" b="1">
                <a:solidFill>
                  <a:srgbClr val="087F8C"/>
                </a:solidFill>
                <a:latin typeface="Segoe UI"/>
                <a:ea typeface="Segoe UI"/>
                <a:cs typeface="Segoe UI"/>
              </a:defRPr>
            </a:lvl9pPr>
          </a:lstStyle>
          <a:p xmlns:a="http://schemas.openxmlformats.org/drawingml/2006/main">
            <a:pPr>
              <a:defRPr sz="4575" b="1">
                <a:solidFill>
                  <a:srgbClr val="087F8C"/>
                </a:solidFill>
                <a:latin typeface="Segoe UI"/>
                <a:ea typeface="Segoe UI"/>
                <a:cs typeface="Segoe UI"/>
              </a:defRPr>
            </a:pPr>
            <a:r>
              <a:rPr sz="4575" b="1">
                <a:solidFill>
                  <a:srgbClr val="087F8C"/>
                </a:solidFill>
                <a:latin typeface="Segoe UI"/>
                <a:ea typeface="Segoe UI"/>
                <a:cs typeface="Segoe UI"/>
              </a:rPr>
              <a:t>7 read tools</a:t>
            </a:r>
          </a:p>
        </p:txBody>
      </p:sp>
      <p:sp>
        <p:nvSpPr>
          <p:cNvPr id="5" name="3 role prompts">
            <a:extLst xmlns:a="http://schemas.openxmlformats.org/drawingml/2006/main">
              <a:ext uri="{FF2B5EF4-FFF2-40B4-BE49-F238E27FC236}">
                <a16:creationId xmlns:a16="http://schemas.microsoft.com/office/drawing/2014/main" id="{F719E600-2FE7-448F-B4F5-CF156ED327E2}"/>
              </a:ext>
            </a:extLst>
          </p:cNvPr>
          <p:cNvSpPr>
            <a:spLocks xmlns:a="http://schemas.openxmlformats.org/drawingml/2006/main" noGrp="1"/>
          </p:cNvSpPr>
          <p:nvPr/>
        </p:nvSpPr>
        <p:spPr>
          <a:xfrm xmlns:a="http://schemas.openxmlformats.org/drawingml/2006/main">
            <a:off x="609600" y="2686050"/>
            <a:ext cx="5191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5283E"/>
                </a:solidFill>
                <a:latin typeface="Segoe UI"/>
                <a:ea typeface="Segoe UI"/>
                <a:cs typeface="Segoe UI"/>
              </a:defRPr>
            </a:defPPr>
            <a:lvl1pPr>
              <a:defRPr sz="3225" b="1">
                <a:solidFill>
                  <a:srgbClr val="15283E"/>
                </a:solidFill>
                <a:latin typeface="Segoe UI"/>
                <a:ea typeface="Segoe UI"/>
                <a:cs typeface="Segoe UI"/>
              </a:defRPr>
            </a:lvl1pPr>
            <a:lvl2pPr>
              <a:defRPr sz="3225" b="1">
                <a:solidFill>
                  <a:srgbClr val="15283E"/>
                </a:solidFill>
                <a:latin typeface="Segoe UI"/>
                <a:ea typeface="Segoe UI"/>
                <a:cs typeface="Segoe UI"/>
              </a:defRPr>
            </a:lvl2pPr>
            <a:lvl3pPr>
              <a:defRPr sz="3225" b="1">
                <a:solidFill>
                  <a:srgbClr val="15283E"/>
                </a:solidFill>
                <a:latin typeface="Segoe UI"/>
                <a:ea typeface="Segoe UI"/>
                <a:cs typeface="Segoe UI"/>
              </a:defRPr>
            </a:lvl3pPr>
            <a:lvl4pPr>
              <a:defRPr sz="3225" b="1">
                <a:solidFill>
                  <a:srgbClr val="15283E"/>
                </a:solidFill>
                <a:latin typeface="Segoe UI"/>
                <a:ea typeface="Segoe UI"/>
                <a:cs typeface="Segoe UI"/>
              </a:defRPr>
            </a:lvl4pPr>
            <a:lvl5pPr>
              <a:defRPr sz="3225" b="1">
                <a:solidFill>
                  <a:srgbClr val="15283E"/>
                </a:solidFill>
                <a:latin typeface="Segoe UI"/>
                <a:ea typeface="Segoe UI"/>
                <a:cs typeface="Segoe UI"/>
              </a:defRPr>
            </a:lvl5pPr>
            <a:lvl6pPr>
              <a:defRPr sz="3225" b="1">
                <a:solidFill>
                  <a:srgbClr val="15283E"/>
                </a:solidFill>
                <a:latin typeface="Segoe UI"/>
                <a:ea typeface="Segoe UI"/>
                <a:cs typeface="Segoe UI"/>
              </a:defRPr>
            </a:lvl6pPr>
            <a:lvl7pPr>
              <a:defRPr sz="3225" b="1">
                <a:solidFill>
                  <a:srgbClr val="15283E"/>
                </a:solidFill>
                <a:latin typeface="Segoe UI"/>
                <a:ea typeface="Segoe UI"/>
                <a:cs typeface="Segoe UI"/>
              </a:defRPr>
            </a:lvl7pPr>
            <a:lvl8pPr>
              <a:defRPr sz="3225" b="1">
                <a:solidFill>
                  <a:srgbClr val="15283E"/>
                </a:solidFill>
                <a:latin typeface="Segoe UI"/>
                <a:ea typeface="Segoe UI"/>
                <a:cs typeface="Segoe UI"/>
              </a:defRPr>
            </a:lvl8pPr>
            <a:lvl9pPr>
              <a:defRPr sz="3225" b="1">
                <a:solidFill>
                  <a:srgbClr val="15283E"/>
                </a:solidFill>
                <a:latin typeface="Segoe UI"/>
                <a:ea typeface="Segoe UI"/>
                <a:cs typeface="Segoe UI"/>
              </a:defRPr>
            </a:lvl9pPr>
          </a:lstStyle>
          <a:p xmlns:a="http://schemas.openxmlformats.org/drawingml/2006/main">
            <a:pPr>
              <a:defRPr sz="3225" b="1">
                <a:solidFill>
                  <a:srgbClr val="15283E"/>
                </a:solidFill>
                <a:latin typeface="Segoe UI"/>
                <a:ea typeface="Segoe UI"/>
                <a:cs typeface="Segoe UI"/>
              </a:defRPr>
            </a:pPr>
            <a:r>
              <a:rPr sz="3225" b="1">
                <a:solidFill>
                  <a:srgbClr val="15283E"/>
                </a:solidFill>
                <a:latin typeface="Segoe UI"/>
                <a:ea typeface="Segoe UI"/>
                <a:cs typeface="Segoe UI"/>
              </a:rPr>
              <a:t>3 role prompts</a:t>
            </a:r>
          </a:p>
        </p:txBody>
      </p:sp>
      <p:sp>
        <p:nvSpPr>
          <p:cNvPr id="6" name="Bounded results&#10;Original SQL evidence resources&#10;No mode">
            <a:extLst xmlns:a="http://schemas.openxmlformats.org/drawingml/2006/main">
              <a:ext uri="{FF2B5EF4-FFF2-40B4-BE49-F238E27FC236}">
                <a16:creationId xmlns:a16="http://schemas.microsoft.com/office/drawing/2014/main" id="{5BD78672-58B9-4422-99D9-A930000DA503}"/>
              </a:ext>
            </a:extLst>
          </p:cNvPr>
          <p:cNvSpPr>
            <a:spLocks xmlns:a="http://schemas.openxmlformats.org/drawingml/2006/main" noGrp="1"/>
          </p:cNvSpPr>
          <p:nvPr/>
        </p:nvSpPr>
        <p:spPr>
          <a:xfrm xmlns:a="http://schemas.openxmlformats.org/drawingml/2006/main">
            <a:off x="609600" y="3857625"/>
            <a:ext cx="54768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83E"/>
                </a:solidFill>
                <a:latin typeface="Segoe UI"/>
                <a:ea typeface="Segoe UI"/>
                <a:cs typeface="Segoe UI"/>
              </a:defRPr>
            </a:defPPr>
            <a:lvl1pPr>
              <a:defRPr sz="2175" b="0">
                <a:solidFill>
                  <a:srgbClr val="15283E"/>
                </a:solidFill>
                <a:latin typeface="Segoe UI"/>
                <a:ea typeface="Segoe UI"/>
                <a:cs typeface="Segoe UI"/>
              </a:defRPr>
            </a:lvl1pPr>
            <a:lvl2pPr>
              <a:defRPr sz="2175" b="0">
                <a:solidFill>
                  <a:srgbClr val="15283E"/>
                </a:solidFill>
                <a:latin typeface="Segoe UI"/>
                <a:ea typeface="Segoe UI"/>
                <a:cs typeface="Segoe UI"/>
              </a:defRPr>
            </a:lvl2pPr>
            <a:lvl3pPr>
              <a:defRPr sz="2175" b="0">
                <a:solidFill>
                  <a:srgbClr val="15283E"/>
                </a:solidFill>
                <a:latin typeface="Segoe UI"/>
                <a:ea typeface="Segoe UI"/>
                <a:cs typeface="Segoe UI"/>
              </a:defRPr>
            </a:lvl3pPr>
            <a:lvl4pPr>
              <a:defRPr sz="2175" b="0">
                <a:solidFill>
                  <a:srgbClr val="15283E"/>
                </a:solidFill>
                <a:latin typeface="Segoe UI"/>
                <a:ea typeface="Segoe UI"/>
                <a:cs typeface="Segoe UI"/>
              </a:defRPr>
            </a:lvl4pPr>
            <a:lvl5pPr>
              <a:defRPr sz="2175" b="0">
                <a:solidFill>
                  <a:srgbClr val="15283E"/>
                </a:solidFill>
                <a:latin typeface="Segoe UI"/>
                <a:ea typeface="Segoe UI"/>
                <a:cs typeface="Segoe UI"/>
              </a:defRPr>
            </a:lvl5pPr>
            <a:lvl6pPr>
              <a:defRPr sz="2175" b="0">
                <a:solidFill>
                  <a:srgbClr val="15283E"/>
                </a:solidFill>
                <a:latin typeface="Segoe UI"/>
                <a:ea typeface="Segoe UI"/>
                <a:cs typeface="Segoe UI"/>
              </a:defRPr>
            </a:lvl6pPr>
            <a:lvl7pPr>
              <a:defRPr sz="2175" b="0">
                <a:solidFill>
                  <a:srgbClr val="15283E"/>
                </a:solidFill>
                <a:latin typeface="Segoe UI"/>
                <a:ea typeface="Segoe UI"/>
                <a:cs typeface="Segoe UI"/>
              </a:defRPr>
            </a:lvl7pPr>
            <a:lvl8pPr>
              <a:defRPr sz="2175" b="0">
                <a:solidFill>
                  <a:srgbClr val="15283E"/>
                </a:solidFill>
                <a:latin typeface="Segoe UI"/>
                <a:ea typeface="Segoe UI"/>
                <a:cs typeface="Segoe UI"/>
              </a:defRPr>
            </a:lvl8pPr>
            <a:lvl9pPr>
              <a:defRPr sz="2175" b="0">
                <a:solidFill>
                  <a:srgbClr val="15283E"/>
                </a:solidFill>
                <a:latin typeface="Segoe UI"/>
                <a:ea typeface="Segoe UI"/>
                <a:cs typeface="Segoe UI"/>
              </a:defRPr>
            </a:lvl9pPr>
          </a:lstStyle>
          <a:p xmlns:a="http://schemas.openxmlformats.org/drawingml/2006/main">
            <a:pPr>
              <a:defRPr sz="2175" b="0">
                <a:solidFill>
                  <a:srgbClr val="15283E"/>
                </a:solidFill>
                <a:latin typeface="Segoe UI"/>
                <a:ea typeface="Segoe UI"/>
                <a:cs typeface="Segoe UI"/>
              </a:defRPr>
            </a:pPr>
            <a:r>
              <a:rPr sz="2175" b="0">
                <a:solidFill>
                  <a:srgbClr val="15283E"/>
                </a:solidFill>
                <a:latin typeface="Segoe UI"/>
                <a:ea typeface="Segoe UI"/>
                <a:cs typeface="Segoe UI"/>
              </a:rPr>
              <a:t>Bounded results</a:t>
            </a:r>
          </a:p>
          <a:p xmlns:a="http://schemas.openxmlformats.org/drawingml/2006/main">
            <a:pPr>
              <a:defRPr sz="2175" b="0">
                <a:solidFill>
                  <a:srgbClr val="15283E"/>
                </a:solidFill>
                <a:latin typeface="Segoe UI"/>
                <a:ea typeface="Segoe UI"/>
                <a:cs typeface="Segoe UI"/>
              </a:defRPr>
            </a:pPr>
            <a:r>
              <a:rPr sz="2175" b="0">
                <a:solidFill>
                  <a:srgbClr val="15283E"/>
                </a:solidFill>
                <a:latin typeface="Segoe UI"/>
                <a:ea typeface="Segoe UI"/>
                <a:cs typeface="Segoe UI"/>
              </a:rPr>
              <a:t>Original SQL evidence resources</a:t>
            </a:r>
          </a:p>
          <a:p xmlns:a="http://schemas.openxmlformats.org/drawingml/2006/main">
            <a:pPr>
              <a:defRPr sz="2175" b="0">
                <a:solidFill>
                  <a:srgbClr val="15283E"/>
                </a:solidFill>
                <a:latin typeface="Segoe UI"/>
                <a:ea typeface="Segoe UI"/>
                <a:cs typeface="Segoe UI"/>
              </a:defRPr>
            </a:pPr>
            <a:r>
              <a:rPr sz="2175" b="0">
                <a:solidFill>
                  <a:srgbClr val="15283E"/>
                </a:solidFill>
                <a:latin typeface="Segoe UI"/>
                <a:ea typeface="Segoe UI"/>
                <a:cs typeface="Segoe UI"/>
              </a:rPr>
              <a:t>No model calls inside the server</a:t>
            </a:r>
          </a:p>
        </p:txBody>
      </p:sp>
      <p:sp>
        <p:nvSpPr>
          <p:cNvPr id="7" name="corpus_overview&#10;search_logs&#10;get_context&#10;vm_dauer&#10;top_pa">
            <a:extLst xmlns:a="http://schemas.openxmlformats.org/drawingml/2006/main">
              <a:ext uri="{FF2B5EF4-FFF2-40B4-BE49-F238E27FC236}">
                <a16:creationId xmlns:a16="http://schemas.microsoft.com/office/drawing/2014/main" id="{7FD131EE-559D-4B87-B96F-AB52DEFCA9B4}"/>
              </a:ext>
            </a:extLst>
          </p:cNvPr>
          <p:cNvSpPr>
            <a:spLocks xmlns:a="http://schemas.openxmlformats.org/drawingml/2006/main" noGrp="1"/>
          </p:cNvSpPr>
          <p:nvPr/>
        </p:nvSpPr>
        <p:spPr>
          <a:xfrm xmlns:a="http://schemas.openxmlformats.org/drawingml/2006/main">
            <a:off x="7086600" y="1838325"/>
            <a:ext cx="44767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5283E"/>
                </a:solidFill>
                <a:latin typeface="Segoe UI"/>
                <a:ea typeface="Segoe UI"/>
                <a:cs typeface="Segoe UI"/>
              </a:defRPr>
            </a:defPPr>
            <a:lvl1pPr>
              <a:defRPr sz="2250" b="0">
                <a:solidFill>
                  <a:srgbClr val="15283E"/>
                </a:solidFill>
                <a:latin typeface="Segoe UI"/>
                <a:ea typeface="Segoe UI"/>
                <a:cs typeface="Segoe UI"/>
              </a:defRPr>
            </a:lvl1pPr>
            <a:lvl2pPr>
              <a:defRPr sz="2250" b="0">
                <a:solidFill>
                  <a:srgbClr val="15283E"/>
                </a:solidFill>
                <a:latin typeface="Segoe UI"/>
                <a:ea typeface="Segoe UI"/>
                <a:cs typeface="Segoe UI"/>
              </a:defRPr>
            </a:lvl2pPr>
            <a:lvl3pPr>
              <a:defRPr sz="2250" b="0">
                <a:solidFill>
                  <a:srgbClr val="15283E"/>
                </a:solidFill>
                <a:latin typeface="Segoe UI"/>
                <a:ea typeface="Segoe UI"/>
                <a:cs typeface="Segoe UI"/>
              </a:defRPr>
            </a:lvl3pPr>
            <a:lvl4pPr>
              <a:defRPr sz="2250" b="0">
                <a:solidFill>
                  <a:srgbClr val="15283E"/>
                </a:solidFill>
                <a:latin typeface="Segoe UI"/>
                <a:ea typeface="Segoe UI"/>
                <a:cs typeface="Segoe UI"/>
              </a:defRPr>
            </a:lvl4pPr>
            <a:lvl5pPr>
              <a:defRPr sz="2250" b="0">
                <a:solidFill>
                  <a:srgbClr val="15283E"/>
                </a:solidFill>
                <a:latin typeface="Segoe UI"/>
                <a:ea typeface="Segoe UI"/>
                <a:cs typeface="Segoe UI"/>
              </a:defRPr>
            </a:lvl5pPr>
            <a:lvl6pPr>
              <a:defRPr sz="2250" b="0">
                <a:solidFill>
                  <a:srgbClr val="15283E"/>
                </a:solidFill>
                <a:latin typeface="Segoe UI"/>
                <a:ea typeface="Segoe UI"/>
                <a:cs typeface="Segoe UI"/>
              </a:defRPr>
            </a:lvl6pPr>
            <a:lvl7pPr>
              <a:defRPr sz="2250" b="0">
                <a:solidFill>
                  <a:srgbClr val="15283E"/>
                </a:solidFill>
                <a:latin typeface="Segoe UI"/>
                <a:ea typeface="Segoe UI"/>
                <a:cs typeface="Segoe UI"/>
              </a:defRPr>
            </a:lvl7pPr>
            <a:lvl8pPr>
              <a:defRPr sz="2250" b="0">
                <a:solidFill>
                  <a:srgbClr val="15283E"/>
                </a:solidFill>
                <a:latin typeface="Segoe UI"/>
                <a:ea typeface="Segoe UI"/>
                <a:cs typeface="Segoe UI"/>
              </a:defRPr>
            </a:lvl8pPr>
            <a:lvl9pPr>
              <a:defRPr sz="2250" b="0">
                <a:solidFill>
                  <a:srgbClr val="15283E"/>
                </a:solidFill>
                <a:latin typeface="Segoe UI"/>
                <a:ea typeface="Segoe UI"/>
                <a:cs typeface="Segoe UI"/>
              </a:defRPr>
            </a:lvl9pPr>
          </a:lstStyle>
          <a:p xmlns:a="http://schemas.openxmlformats.org/drawingml/2006/main">
            <a:pPr>
              <a:defRPr sz="2250" b="0">
                <a:solidFill>
                  <a:srgbClr val="15283E"/>
                </a:solidFill>
                <a:latin typeface="Segoe UI"/>
                <a:ea typeface="Segoe UI"/>
                <a:cs typeface="Segoe UI"/>
              </a:defRPr>
            </a:pPr>
            <a:r>
              <a:rPr sz="2250" b="0">
                <a:solidFill>
                  <a:srgbClr val="15283E"/>
                </a:solidFill>
                <a:latin typeface="Segoe UI"/>
                <a:ea typeface="Segoe UI"/>
                <a:cs typeface="Segoe UI"/>
              </a:rPr>
              <a:t>corpus_overview</a:t>
            </a:r>
          </a:p>
          <a:p xmlns:a="http://schemas.openxmlformats.org/drawingml/2006/main">
            <a:pPr>
              <a:defRPr sz="2250" b="0">
                <a:solidFill>
                  <a:srgbClr val="15283E"/>
                </a:solidFill>
                <a:latin typeface="Segoe UI"/>
                <a:ea typeface="Segoe UI"/>
                <a:cs typeface="Segoe UI"/>
              </a:defRPr>
            </a:pPr>
            <a:r>
              <a:rPr sz="2250" b="0">
                <a:solidFill>
                  <a:srgbClr val="15283E"/>
                </a:solidFill>
                <a:latin typeface="Segoe UI"/>
                <a:ea typeface="Segoe UI"/>
                <a:cs typeface="Segoe UI"/>
              </a:rPr>
              <a:t>search_logs</a:t>
            </a:r>
          </a:p>
          <a:p xmlns:a="http://schemas.openxmlformats.org/drawingml/2006/main">
            <a:pPr>
              <a:defRPr sz="2250" b="0">
                <a:solidFill>
                  <a:srgbClr val="15283E"/>
                </a:solidFill>
                <a:latin typeface="Segoe UI"/>
                <a:ea typeface="Segoe UI"/>
                <a:cs typeface="Segoe UI"/>
              </a:defRPr>
            </a:pPr>
            <a:r>
              <a:rPr sz="2250" b="0">
                <a:solidFill>
                  <a:srgbClr val="15283E"/>
                </a:solidFill>
                <a:latin typeface="Segoe UI"/>
                <a:ea typeface="Segoe UI"/>
                <a:cs typeface="Segoe UI"/>
              </a:rPr>
              <a:t>get_context</a:t>
            </a:r>
          </a:p>
          <a:p xmlns:a="http://schemas.openxmlformats.org/drawingml/2006/main">
            <a:pPr>
              <a:defRPr sz="2250" b="0">
                <a:solidFill>
                  <a:srgbClr val="15283E"/>
                </a:solidFill>
                <a:latin typeface="Segoe UI"/>
                <a:ea typeface="Segoe UI"/>
                <a:cs typeface="Segoe UI"/>
              </a:defRPr>
            </a:pPr>
            <a:r>
              <a:rPr sz="2250" b="0">
                <a:solidFill>
                  <a:srgbClr val="15283E"/>
                </a:solidFill>
                <a:latin typeface="Segoe UI"/>
                <a:ea typeface="Segoe UI"/>
                <a:cs typeface="Segoe UI"/>
              </a:rPr>
              <a:t>vm_dauer</a:t>
            </a:r>
          </a:p>
          <a:p xmlns:a="http://schemas.openxmlformats.org/drawingml/2006/main">
            <a:pPr>
              <a:defRPr sz="2250" b="0">
                <a:solidFill>
                  <a:srgbClr val="15283E"/>
                </a:solidFill>
                <a:latin typeface="Segoe UI"/>
                <a:ea typeface="Segoe UI"/>
                <a:cs typeface="Segoe UI"/>
              </a:defRPr>
            </a:pPr>
            <a:r>
              <a:rPr sz="2250" b="0">
                <a:solidFill>
                  <a:srgbClr val="15283E"/>
                </a:solidFill>
                <a:latin typeface="Segoe UI"/>
                <a:ea typeface="Segoe UI"/>
                <a:cs typeface="Segoe UI"/>
              </a:rPr>
              <a:t>top_patterns</a:t>
            </a:r>
          </a:p>
          <a:p xmlns:a="http://schemas.openxmlformats.org/drawingml/2006/main">
            <a:pPr>
              <a:defRPr sz="2250" b="0">
                <a:solidFill>
                  <a:srgbClr val="15283E"/>
                </a:solidFill>
                <a:latin typeface="Segoe UI"/>
                <a:ea typeface="Segoe UI"/>
                <a:cs typeface="Segoe UI"/>
              </a:defRPr>
            </a:pPr>
            <a:r>
              <a:rPr sz="2250" b="0">
                <a:solidFill>
                  <a:srgbClr val="15283E"/>
                </a:solidFill>
                <a:latin typeface="Segoe UI"/>
                <a:ea typeface="Segoe UI"/>
                <a:cs typeface="Segoe UI"/>
              </a:rPr>
              <a:t>pattern_trend</a:t>
            </a:r>
          </a:p>
          <a:p xmlns:a="http://schemas.openxmlformats.org/drawingml/2006/main">
            <a:pPr>
              <a:defRPr sz="2250" b="0">
                <a:solidFill>
                  <a:srgbClr val="15283E"/>
                </a:solidFill>
                <a:latin typeface="Segoe UI"/>
                <a:ea typeface="Segoe UI"/>
                <a:cs typeface="Segoe UI"/>
              </a:defRPr>
            </a:pPr>
            <a:r>
              <a:rPr sz="2250" b="0">
                <a:solidFill>
                  <a:srgbClr val="15283E"/>
                </a:solidFill>
                <a:latin typeface="Segoe UI"/>
                <a:ea typeface="Segoe UI"/>
                <a:cs typeface="Segoe UI"/>
              </a:rPr>
              <a:t>priority_ranking</a:t>
            </a:r>
          </a:p>
        </p:txBody>
      </p:sp>
      <p:sp>
        <p:nvSpPr>
          <p:cNvPr id="8" name="Claude Desktop / Claude Code setup included">
            <a:extLst xmlns:a="http://schemas.openxmlformats.org/drawingml/2006/main">
              <a:ext uri="{FF2B5EF4-FFF2-40B4-BE49-F238E27FC236}">
                <a16:creationId xmlns:a16="http://schemas.microsoft.com/office/drawing/2014/main" id="{A9BC64C7-A193-41B6-B7FB-AF71F0ECED49}"/>
              </a:ext>
            </a:extLst>
          </p:cNvPr>
          <p:cNvSpPr>
            <a:spLocks xmlns:a="http://schemas.openxmlformats.org/drawingml/2006/main" noGrp="1"/>
          </p:cNvSpPr>
          <p:nvPr/>
        </p:nvSpPr>
        <p:spPr>
          <a:xfrm xmlns:a="http://schemas.openxmlformats.org/drawingml/2006/main">
            <a:off x="609600" y="56673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87F8C"/>
                </a:solidFill>
                <a:latin typeface="Segoe UI"/>
                <a:ea typeface="Segoe UI"/>
                <a:cs typeface="Segoe UI"/>
              </a:defRPr>
            </a:defPPr>
            <a:lvl1pPr>
              <a:defRPr sz="2100" b="1">
                <a:solidFill>
                  <a:srgbClr val="087F8C"/>
                </a:solidFill>
                <a:latin typeface="Segoe UI"/>
                <a:ea typeface="Segoe UI"/>
                <a:cs typeface="Segoe UI"/>
              </a:defRPr>
            </a:lvl1pPr>
            <a:lvl2pPr>
              <a:defRPr sz="2100" b="1">
                <a:solidFill>
                  <a:srgbClr val="087F8C"/>
                </a:solidFill>
                <a:latin typeface="Segoe UI"/>
                <a:ea typeface="Segoe UI"/>
                <a:cs typeface="Segoe UI"/>
              </a:defRPr>
            </a:lvl2pPr>
            <a:lvl3pPr>
              <a:defRPr sz="2100" b="1">
                <a:solidFill>
                  <a:srgbClr val="087F8C"/>
                </a:solidFill>
                <a:latin typeface="Segoe UI"/>
                <a:ea typeface="Segoe UI"/>
                <a:cs typeface="Segoe UI"/>
              </a:defRPr>
            </a:lvl3pPr>
            <a:lvl4pPr>
              <a:defRPr sz="2100" b="1">
                <a:solidFill>
                  <a:srgbClr val="087F8C"/>
                </a:solidFill>
                <a:latin typeface="Segoe UI"/>
                <a:ea typeface="Segoe UI"/>
                <a:cs typeface="Segoe UI"/>
              </a:defRPr>
            </a:lvl4pPr>
            <a:lvl5pPr>
              <a:defRPr sz="2100" b="1">
                <a:solidFill>
                  <a:srgbClr val="087F8C"/>
                </a:solidFill>
                <a:latin typeface="Segoe UI"/>
                <a:ea typeface="Segoe UI"/>
                <a:cs typeface="Segoe UI"/>
              </a:defRPr>
            </a:lvl5pPr>
            <a:lvl6pPr>
              <a:defRPr sz="2100" b="1">
                <a:solidFill>
                  <a:srgbClr val="087F8C"/>
                </a:solidFill>
                <a:latin typeface="Segoe UI"/>
                <a:ea typeface="Segoe UI"/>
                <a:cs typeface="Segoe UI"/>
              </a:defRPr>
            </a:lvl6pPr>
            <a:lvl7pPr>
              <a:defRPr sz="2100" b="1">
                <a:solidFill>
                  <a:srgbClr val="087F8C"/>
                </a:solidFill>
                <a:latin typeface="Segoe UI"/>
                <a:ea typeface="Segoe UI"/>
                <a:cs typeface="Segoe UI"/>
              </a:defRPr>
            </a:lvl7pPr>
            <a:lvl8pPr>
              <a:defRPr sz="2100" b="1">
                <a:solidFill>
                  <a:srgbClr val="087F8C"/>
                </a:solidFill>
                <a:latin typeface="Segoe UI"/>
                <a:ea typeface="Segoe UI"/>
                <a:cs typeface="Segoe UI"/>
              </a:defRPr>
            </a:lvl8pPr>
            <a:lvl9pPr>
              <a:defRPr sz="2100" b="1">
                <a:solidFill>
                  <a:srgbClr val="087F8C"/>
                </a:solidFill>
                <a:latin typeface="Segoe UI"/>
                <a:ea typeface="Segoe UI"/>
                <a:cs typeface="Segoe UI"/>
              </a:defRPr>
            </a:lvl9pPr>
          </a:lstStyle>
          <a:p xmlns:a="http://schemas.openxmlformats.org/drawingml/2006/main">
            <a:pPr>
              <a:defRPr sz="2100" b="1">
                <a:solidFill>
                  <a:srgbClr val="087F8C"/>
                </a:solidFill>
                <a:latin typeface="Segoe UI"/>
                <a:ea typeface="Segoe UI"/>
                <a:cs typeface="Segoe UI"/>
              </a:defRPr>
            </a:pPr>
            <a:r>
              <a:rPr sz="2100" b="1">
                <a:solidFill>
                  <a:srgbClr val="087F8C"/>
                </a:solidFill>
                <a:latin typeface="Segoe UI"/>
                <a:ea typeface="Segoe UI"/>
                <a:cs typeface="Segoe UI"/>
              </a:rPr>
              <a:t>Claude Desktop / Claude Code setup included</a:t>
            </a:r>
          </a:p>
        </p:txBody>
      </p:sp>
    </p:spTree>
    <p:extLst>
      <p:ext uri="{BB962C8B-B14F-4D97-AF65-F5344CB8AC3E}">
        <p14:creationId xmlns:p14="http://schemas.microsoft.com/office/powerpoint/2010/main" val="12958797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supervised pilot with an operations team">
            <a:extLst xmlns:a="http://schemas.openxmlformats.org/drawingml/2006/main">
              <a:ext uri="{FF2B5EF4-FFF2-40B4-BE49-F238E27FC236}">
                <a16:creationId xmlns:a16="http://schemas.microsoft.com/office/drawing/2014/main" id="{36E2CAC2-6CE5-41D3-8B74-0A496760AE89}"/>
              </a:ext>
            </a:extLst>
          </p:cNvPr>
          <p:cNvSpPr>
            <a:spLocks xmlns:a="http://schemas.openxmlformats.org/drawingml/2006/main" noGrp="1"/>
          </p:cNvSpPr>
          <p:nvPr/>
        </p:nvSpPr>
        <p:spPr>
          <a:xfrm xmlns:a="http://schemas.openxmlformats.org/drawingml/2006/main">
            <a:off x="609600" y="466725"/>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83E"/>
                </a:solidFill>
                <a:latin typeface="Segoe UI"/>
                <a:ea typeface="Segoe UI"/>
                <a:cs typeface="Segoe UI"/>
              </a:defRPr>
            </a:defPPr>
            <a:lvl1pPr>
              <a:defRPr sz="3300" b="1">
                <a:solidFill>
                  <a:srgbClr val="15283E"/>
                </a:solidFill>
                <a:latin typeface="Segoe UI"/>
                <a:ea typeface="Segoe UI"/>
                <a:cs typeface="Segoe UI"/>
              </a:defRPr>
            </a:lvl1pPr>
            <a:lvl2pPr>
              <a:defRPr sz="3300" b="1">
                <a:solidFill>
                  <a:srgbClr val="15283E"/>
                </a:solidFill>
                <a:latin typeface="Segoe UI"/>
                <a:ea typeface="Segoe UI"/>
                <a:cs typeface="Segoe UI"/>
              </a:defRPr>
            </a:lvl2pPr>
            <a:lvl3pPr>
              <a:defRPr sz="3300" b="1">
                <a:solidFill>
                  <a:srgbClr val="15283E"/>
                </a:solidFill>
                <a:latin typeface="Segoe UI"/>
                <a:ea typeface="Segoe UI"/>
                <a:cs typeface="Segoe UI"/>
              </a:defRPr>
            </a:lvl3pPr>
            <a:lvl4pPr>
              <a:defRPr sz="3300" b="1">
                <a:solidFill>
                  <a:srgbClr val="15283E"/>
                </a:solidFill>
                <a:latin typeface="Segoe UI"/>
                <a:ea typeface="Segoe UI"/>
                <a:cs typeface="Segoe UI"/>
              </a:defRPr>
            </a:lvl4pPr>
            <a:lvl5pPr>
              <a:defRPr sz="3300" b="1">
                <a:solidFill>
                  <a:srgbClr val="15283E"/>
                </a:solidFill>
                <a:latin typeface="Segoe UI"/>
                <a:ea typeface="Segoe UI"/>
                <a:cs typeface="Segoe UI"/>
              </a:defRPr>
            </a:lvl5pPr>
            <a:lvl6pPr>
              <a:defRPr sz="3300" b="1">
                <a:solidFill>
                  <a:srgbClr val="15283E"/>
                </a:solidFill>
                <a:latin typeface="Segoe UI"/>
                <a:ea typeface="Segoe UI"/>
                <a:cs typeface="Segoe UI"/>
              </a:defRPr>
            </a:lvl6pPr>
            <a:lvl7pPr>
              <a:defRPr sz="3300" b="1">
                <a:solidFill>
                  <a:srgbClr val="15283E"/>
                </a:solidFill>
                <a:latin typeface="Segoe UI"/>
                <a:ea typeface="Segoe UI"/>
                <a:cs typeface="Segoe UI"/>
              </a:defRPr>
            </a:lvl7pPr>
            <a:lvl8pPr>
              <a:defRPr sz="3300" b="1">
                <a:solidFill>
                  <a:srgbClr val="15283E"/>
                </a:solidFill>
                <a:latin typeface="Segoe UI"/>
                <a:ea typeface="Segoe UI"/>
                <a:cs typeface="Segoe UI"/>
              </a:defRPr>
            </a:lvl8pPr>
            <a:lvl9pPr>
              <a:defRPr sz="3300" b="1">
                <a:solidFill>
                  <a:srgbClr val="15283E"/>
                </a:solidFill>
                <a:latin typeface="Segoe UI"/>
                <a:ea typeface="Segoe UI"/>
                <a:cs typeface="Segoe UI"/>
              </a:defRPr>
            </a:lvl9pPr>
          </a:lstStyle>
          <a:p xmlns:a="http://schemas.openxmlformats.org/drawingml/2006/main">
            <a:pPr>
              <a:defRPr sz="3300" b="1">
                <a:solidFill>
                  <a:srgbClr val="15283E"/>
                </a:solidFill>
                <a:latin typeface="Segoe UI"/>
                <a:ea typeface="Segoe UI"/>
                <a:cs typeface="Segoe UI"/>
              </a:defRPr>
            </a:pPr>
            <a:r>
              <a:rPr sz="3300" b="1">
                <a:solidFill>
                  <a:srgbClr val="15283E"/>
                </a:solidFill>
                <a:latin typeface="Segoe UI"/>
                <a:ea typeface="Segoe UI"/>
                <a:cs typeface="Segoe UI"/>
              </a:rPr>
              <a:t>A supervised pilot with an operations team</a:t>
            </a:r>
          </a:p>
        </p:txBody>
      </p:sp>
      <p:sp>
        <p:nvSpPr>
          <p:cNvPr id="2" name="Proposed pilot and expected benefits. Customer time sav">
            <a:extLst xmlns:a="http://schemas.openxmlformats.org/drawingml/2006/main">
              <a:ext uri="{FF2B5EF4-FFF2-40B4-BE49-F238E27FC236}">
                <a16:creationId xmlns:a16="http://schemas.microsoft.com/office/drawing/2014/main" id="{42853B11-4B89-47FB-9538-9DD6FA8A0A71}"/>
              </a:ext>
            </a:extLst>
          </p:cNvPr>
          <p:cNvSpPr>
            <a:spLocks xmlns:a="http://schemas.openxmlformats.org/drawingml/2006/main" noGrp="1"/>
          </p:cNvSpPr>
          <p:nvPr/>
        </p:nvSpPr>
        <p:spPr>
          <a:xfrm xmlns:a="http://schemas.openxmlformats.org/drawingml/2006/main">
            <a:off x="609600" y="630555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73"/>
                </a:solidFill>
                <a:latin typeface="Segoe UI"/>
                <a:ea typeface="Segoe UI"/>
                <a:cs typeface="Segoe UI"/>
              </a:defRPr>
            </a:defPPr>
            <a:lvl1pPr>
              <a:defRPr sz="1050" b="0">
                <a:solidFill>
                  <a:srgbClr val="526173"/>
                </a:solidFill>
                <a:latin typeface="Segoe UI"/>
                <a:ea typeface="Segoe UI"/>
                <a:cs typeface="Segoe UI"/>
              </a:defRPr>
            </a:lvl1pPr>
            <a:lvl2pPr>
              <a:defRPr sz="1050" b="0">
                <a:solidFill>
                  <a:srgbClr val="526173"/>
                </a:solidFill>
                <a:latin typeface="Segoe UI"/>
                <a:ea typeface="Segoe UI"/>
                <a:cs typeface="Segoe UI"/>
              </a:defRPr>
            </a:lvl2pPr>
            <a:lvl3pPr>
              <a:defRPr sz="1050" b="0">
                <a:solidFill>
                  <a:srgbClr val="526173"/>
                </a:solidFill>
                <a:latin typeface="Segoe UI"/>
                <a:ea typeface="Segoe UI"/>
                <a:cs typeface="Segoe UI"/>
              </a:defRPr>
            </a:lvl3pPr>
            <a:lvl4pPr>
              <a:defRPr sz="1050" b="0">
                <a:solidFill>
                  <a:srgbClr val="526173"/>
                </a:solidFill>
                <a:latin typeface="Segoe UI"/>
                <a:ea typeface="Segoe UI"/>
                <a:cs typeface="Segoe UI"/>
              </a:defRPr>
            </a:lvl4pPr>
            <a:lvl5pPr>
              <a:defRPr sz="1050" b="0">
                <a:solidFill>
                  <a:srgbClr val="526173"/>
                </a:solidFill>
                <a:latin typeface="Segoe UI"/>
                <a:ea typeface="Segoe UI"/>
                <a:cs typeface="Segoe UI"/>
              </a:defRPr>
            </a:lvl5pPr>
            <a:lvl6pPr>
              <a:defRPr sz="1050" b="0">
                <a:solidFill>
                  <a:srgbClr val="526173"/>
                </a:solidFill>
                <a:latin typeface="Segoe UI"/>
                <a:ea typeface="Segoe UI"/>
                <a:cs typeface="Segoe UI"/>
              </a:defRPr>
            </a:lvl6pPr>
            <a:lvl7pPr>
              <a:defRPr sz="1050" b="0">
                <a:solidFill>
                  <a:srgbClr val="526173"/>
                </a:solidFill>
                <a:latin typeface="Segoe UI"/>
                <a:ea typeface="Segoe UI"/>
                <a:cs typeface="Segoe UI"/>
              </a:defRPr>
            </a:lvl7pPr>
            <a:lvl8pPr>
              <a:defRPr sz="1050" b="0">
                <a:solidFill>
                  <a:srgbClr val="526173"/>
                </a:solidFill>
                <a:latin typeface="Segoe UI"/>
                <a:ea typeface="Segoe UI"/>
                <a:cs typeface="Segoe UI"/>
              </a:defRPr>
            </a:lvl8pPr>
            <a:lvl9pPr>
              <a:defRPr sz="1050" b="0">
                <a:solidFill>
                  <a:srgbClr val="526173"/>
                </a:solidFill>
                <a:latin typeface="Segoe UI"/>
                <a:ea typeface="Segoe UI"/>
                <a:cs typeface="Segoe UI"/>
              </a:defRPr>
            </a:lvl9pPr>
          </a:lstStyle>
          <a:p xmlns:a="http://schemas.openxmlformats.org/drawingml/2006/main">
            <a:pPr>
              <a:defRPr sz="1050" b="0">
                <a:solidFill>
                  <a:srgbClr val="526173"/>
                </a:solidFill>
                <a:latin typeface="Segoe UI"/>
                <a:ea typeface="Segoe UI"/>
                <a:cs typeface="Segoe UI"/>
              </a:defRPr>
            </a:pPr>
            <a:r>
              <a:rPr sz="1050" b="0">
                <a:solidFill>
                  <a:srgbClr val="526173"/>
                </a:solidFill>
                <a:latin typeface="Segoe UI"/>
                <a:ea typeface="Segoe UI"/>
                <a:cs typeface="Segoe UI"/>
              </a:rPr>
              <a:t>Proposed pilot and expected benefits. Customer time savings and return on investment have not been measured.</a:t>
            </a:r>
          </a:p>
        </p:txBody>
      </p:sp>
      <p:sp>
        <p:nvSpPr>
          <p:cNvPr id="3" name="07">
            <a:extLst xmlns:a="http://schemas.openxmlformats.org/drawingml/2006/main">
              <a:ext uri="{FF2B5EF4-FFF2-40B4-BE49-F238E27FC236}">
                <a16:creationId xmlns:a16="http://schemas.microsoft.com/office/drawing/2014/main" id="{B1912A38-47FC-4413-98FD-DB693D0D3613}"/>
              </a:ext>
            </a:extLst>
          </p:cNvPr>
          <p:cNvSpPr>
            <a:spLocks xmlns:a="http://schemas.openxmlformats.org/drawingml/2006/main" noGrp="1"/>
          </p:cNvSpPr>
          <p:nvPr/>
        </p:nvSpPr>
        <p:spPr>
          <a:xfrm xmlns:a="http://schemas.openxmlformats.org/drawingml/2006/main">
            <a:off x="11125200" y="63246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173"/>
                </a:solidFill>
                <a:latin typeface="Segoe UI"/>
                <a:ea typeface="Segoe UI"/>
                <a:cs typeface="Segoe UI"/>
              </a:defRPr>
            </a:defPPr>
            <a:lvl1pPr>
              <a:defRPr sz="1125" b="0">
                <a:solidFill>
                  <a:srgbClr val="526173"/>
                </a:solidFill>
                <a:latin typeface="Segoe UI"/>
                <a:ea typeface="Segoe UI"/>
                <a:cs typeface="Segoe UI"/>
              </a:defRPr>
            </a:lvl1pPr>
            <a:lvl2pPr>
              <a:defRPr sz="1125" b="0">
                <a:solidFill>
                  <a:srgbClr val="526173"/>
                </a:solidFill>
                <a:latin typeface="Segoe UI"/>
                <a:ea typeface="Segoe UI"/>
                <a:cs typeface="Segoe UI"/>
              </a:defRPr>
            </a:lvl2pPr>
            <a:lvl3pPr>
              <a:defRPr sz="1125" b="0">
                <a:solidFill>
                  <a:srgbClr val="526173"/>
                </a:solidFill>
                <a:latin typeface="Segoe UI"/>
                <a:ea typeface="Segoe UI"/>
                <a:cs typeface="Segoe UI"/>
              </a:defRPr>
            </a:lvl3pPr>
            <a:lvl4pPr>
              <a:defRPr sz="1125" b="0">
                <a:solidFill>
                  <a:srgbClr val="526173"/>
                </a:solidFill>
                <a:latin typeface="Segoe UI"/>
                <a:ea typeface="Segoe UI"/>
                <a:cs typeface="Segoe UI"/>
              </a:defRPr>
            </a:lvl4pPr>
            <a:lvl5pPr>
              <a:defRPr sz="1125" b="0">
                <a:solidFill>
                  <a:srgbClr val="526173"/>
                </a:solidFill>
                <a:latin typeface="Segoe UI"/>
                <a:ea typeface="Segoe UI"/>
                <a:cs typeface="Segoe UI"/>
              </a:defRPr>
            </a:lvl5pPr>
            <a:lvl6pPr>
              <a:defRPr sz="1125" b="0">
                <a:solidFill>
                  <a:srgbClr val="526173"/>
                </a:solidFill>
                <a:latin typeface="Segoe UI"/>
                <a:ea typeface="Segoe UI"/>
                <a:cs typeface="Segoe UI"/>
              </a:defRPr>
            </a:lvl6pPr>
            <a:lvl7pPr>
              <a:defRPr sz="1125" b="0">
                <a:solidFill>
                  <a:srgbClr val="526173"/>
                </a:solidFill>
                <a:latin typeface="Segoe UI"/>
                <a:ea typeface="Segoe UI"/>
                <a:cs typeface="Segoe UI"/>
              </a:defRPr>
            </a:lvl7pPr>
            <a:lvl8pPr>
              <a:defRPr sz="1125" b="0">
                <a:solidFill>
                  <a:srgbClr val="526173"/>
                </a:solidFill>
                <a:latin typeface="Segoe UI"/>
                <a:ea typeface="Segoe UI"/>
                <a:cs typeface="Segoe UI"/>
              </a:defRPr>
            </a:lvl8pPr>
            <a:lvl9pPr>
              <a:defRPr sz="1125" b="0">
                <a:solidFill>
                  <a:srgbClr val="526173"/>
                </a:solidFill>
                <a:latin typeface="Segoe UI"/>
                <a:ea typeface="Segoe UI"/>
                <a:cs typeface="Segoe UI"/>
              </a:defRPr>
            </a:lvl9pPr>
          </a:lstStyle>
          <a:p xmlns:a="http://schemas.openxmlformats.org/drawingml/2006/main">
            <a:pPr>
              <a:defRPr sz="1125" b="0">
                <a:solidFill>
                  <a:srgbClr val="526173"/>
                </a:solidFill>
                <a:latin typeface="Segoe UI"/>
                <a:ea typeface="Segoe UI"/>
                <a:cs typeface="Segoe UI"/>
              </a:defRPr>
            </a:pPr>
            <a:r>
              <a:rPr sz="1125" b="0">
                <a:solidFill>
                  <a:srgbClr val="526173"/>
                </a:solidFill>
                <a:latin typeface="Segoe UI"/>
                <a:ea typeface="Segoe UI"/>
                <a:cs typeface="Segoe UI"/>
              </a:rPr>
              <a:t>07</a:t>
            </a:r>
          </a:p>
        </p:txBody>
      </p:sp>
      <p:sp>
        <p:nvSpPr>
          <p:cNvPr id="4" name="Less manual log lookup.&#10;Evidence that survives a handov">
            <a:extLst xmlns:a="http://schemas.openxmlformats.org/drawingml/2006/main">
              <a:ext uri="{FF2B5EF4-FFF2-40B4-BE49-F238E27FC236}">
                <a16:creationId xmlns:a16="http://schemas.microsoft.com/office/drawing/2014/main" id="{ABFA1932-95E2-4813-A6F1-E1F3EA780C1D}"/>
              </a:ext>
            </a:extLst>
          </p:cNvPr>
          <p:cNvSpPr>
            <a:spLocks xmlns:a="http://schemas.openxmlformats.org/drawingml/2006/main" noGrp="1"/>
          </p:cNvSpPr>
          <p:nvPr/>
        </p:nvSpPr>
        <p:spPr>
          <a:xfrm xmlns:a="http://schemas.openxmlformats.org/drawingml/2006/main">
            <a:off x="609600" y="1752600"/>
            <a:ext cx="107251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87F8C"/>
                </a:solidFill>
                <a:latin typeface="Segoe UI"/>
                <a:ea typeface="Segoe UI"/>
                <a:cs typeface="Segoe UI"/>
              </a:defRPr>
            </a:defPPr>
            <a:lvl1pPr>
              <a:defRPr sz="3225" b="1">
                <a:solidFill>
                  <a:srgbClr val="087F8C"/>
                </a:solidFill>
                <a:latin typeface="Segoe UI"/>
                <a:ea typeface="Segoe UI"/>
                <a:cs typeface="Segoe UI"/>
              </a:defRPr>
            </a:lvl1pPr>
            <a:lvl2pPr>
              <a:defRPr sz="3225" b="1">
                <a:solidFill>
                  <a:srgbClr val="087F8C"/>
                </a:solidFill>
                <a:latin typeface="Segoe UI"/>
                <a:ea typeface="Segoe UI"/>
                <a:cs typeface="Segoe UI"/>
              </a:defRPr>
            </a:lvl2pPr>
            <a:lvl3pPr>
              <a:defRPr sz="3225" b="1">
                <a:solidFill>
                  <a:srgbClr val="087F8C"/>
                </a:solidFill>
                <a:latin typeface="Segoe UI"/>
                <a:ea typeface="Segoe UI"/>
                <a:cs typeface="Segoe UI"/>
              </a:defRPr>
            </a:lvl3pPr>
            <a:lvl4pPr>
              <a:defRPr sz="3225" b="1">
                <a:solidFill>
                  <a:srgbClr val="087F8C"/>
                </a:solidFill>
                <a:latin typeface="Segoe UI"/>
                <a:ea typeface="Segoe UI"/>
                <a:cs typeface="Segoe UI"/>
              </a:defRPr>
            </a:lvl4pPr>
            <a:lvl5pPr>
              <a:defRPr sz="3225" b="1">
                <a:solidFill>
                  <a:srgbClr val="087F8C"/>
                </a:solidFill>
                <a:latin typeface="Segoe UI"/>
                <a:ea typeface="Segoe UI"/>
                <a:cs typeface="Segoe UI"/>
              </a:defRPr>
            </a:lvl5pPr>
            <a:lvl6pPr>
              <a:defRPr sz="3225" b="1">
                <a:solidFill>
                  <a:srgbClr val="087F8C"/>
                </a:solidFill>
                <a:latin typeface="Segoe UI"/>
                <a:ea typeface="Segoe UI"/>
                <a:cs typeface="Segoe UI"/>
              </a:defRPr>
            </a:lvl6pPr>
            <a:lvl7pPr>
              <a:defRPr sz="3225" b="1">
                <a:solidFill>
                  <a:srgbClr val="087F8C"/>
                </a:solidFill>
                <a:latin typeface="Segoe UI"/>
                <a:ea typeface="Segoe UI"/>
                <a:cs typeface="Segoe UI"/>
              </a:defRPr>
            </a:lvl7pPr>
            <a:lvl8pPr>
              <a:defRPr sz="3225" b="1">
                <a:solidFill>
                  <a:srgbClr val="087F8C"/>
                </a:solidFill>
                <a:latin typeface="Segoe UI"/>
                <a:ea typeface="Segoe UI"/>
                <a:cs typeface="Segoe UI"/>
              </a:defRPr>
            </a:lvl8pPr>
            <a:lvl9pPr>
              <a:defRPr sz="3225" b="1">
                <a:solidFill>
                  <a:srgbClr val="087F8C"/>
                </a:solidFill>
                <a:latin typeface="Segoe UI"/>
                <a:ea typeface="Segoe UI"/>
                <a:cs typeface="Segoe UI"/>
              </a:defRPr>
            </a:lvl9pPr>
          </a:lstStyle>
          <a:p xmlns:a="http://schemas.openxmlformats.org/drawingml/2006/main">
            <a:pPr>
              <a:defRPr sz="3225" b="1">
                <a:solidFill>
                  <a:srgbClr val="087F8C"/>
                </a:solidFill>
                <a:latin typeface="Segoe UI"/>
                <a:ea typeface="Segoe UI"/>
                <a:cs typeface="Segoe UI"/>
              </a:defRPr>
            </a:pPr>
            <a:r>
              <a:rPr sz="3225" b="1">
                <a:solidFill>
                  <a:srgbClr val="087F8C"/>
                </a:solidFill>
                <a:latin typeface="Segoe UI"/>
                <a:ea typeface="Segoe UI"/>
                <a:cs typeface="Segoe UI"/>
              </a:rPr>
              <a:t>Less manual log lookup.</a:t>
            </a:r>
          </a:p>
          <a:p xmlns:a="http://schemas.openxmlformats.org/drawingml/2006/main">
            <a:pPr>
              <a:defRPr sz="3225" b="1">
                <a:solidFill>
                  <a:srgbClr val="087F8C"/>
                </a:solidFill>
                <a:latin typeface="Segoe UI"/>
                <a:ea typeface="Segoe UI"/>
                <a:cs typeface="Segoe UI"/>
              </a:defRPr>
            </a:pPr>
            <a:r>
              <a:rPr sz="3225" b="1">
                <a:solidFill>
                  <a:srgbClr val="087F8C"/>
                </a:solidFill>
                <a:latin typeface="Segoe UI"/>
                <a:ea typeface="Segoe UI"/>
                <a:cs typeface="Segoe UI"/>
              </a:rPr>
              <a:t>Evidence that survives a handover.</a:t>
            </a:r>
          </a:p>
        </p:txBody>
      </p:sp>
      <p:graphicFrame>
        <p:nvGraphicFramePr>
          <p:cNvPr id="5" name="">
            <a:extLst xmlns:a="http://schemas.openxmlformats.org/drawingml/2006/main">
              <a:ext uri="{FF2B5EF4-FFF2-40B4-BE49-F238E27FC236}">
                <a16:creationId xmlns:a16="http://schemas.microsoft.com/office/drawing/2014/main" id="{129D656F-27A5-49EC-AB69-AC561178785C}"/>
              </a:ext>
            </a:extLst>
          </p:cNvPr>
          <p:cNvGraphicFramePr/>
          <p:nvPr/>
        </p:nvGraphicFramePr>
        <p:xfrm>
          <a:off xmlns:a="http://schemas.openxmlformats.org/drawingml/2006/main" x="609600" y="3419475"/>
          <a:ext xmlns:a="http://schemas.openxmlformats.org/drawingml/2006/main" cx="10953750" cy="2343150"/>
        </p:xfrm>
        <a:graphic xmlns:a="http://schemas.openxmlformats.org/drawingml/2006/main">
          <a:graphicData uri="http://schemas.openxmlformats.org/drawingml/2006/table">
            <a:tbl>
              <a:tblPr/>
              <a:tblGrid>
                <a:gridCol w="5572125"/>
                <a:gridCol w="5381625"/>
              </a:tblGrid>
              <a:tr h="585788">
                <a:tc>
                  <a:txBody>
                    <a:bodyPr lIns="114300" tIns="114300" rIns="114300" bIns="114300"/>
                    <a:lstStyle/>
                    <a:p>
                      <a:r>
                        <a:rPr sz="1875" b="1">
                          <a:solidFill>
                            <a:srgbClr val="FFFFFF"/>
                          </a:solidFill>
                          <a:latin typeface="Segoe UI"/>
                          <a:ea typeface="Segoe UI"/>
                          <a:cs typeface="Segoe UI"/>
                        </a:rPr>
                        <a:t>Pilot step</a:t>
                      </a:r>
                    </a:p>
                  </a:txBody>
                  <a:tcPr marL="91440" marR="91440" marT="45720" marB="45720" anchor="ctr">
                    <a:lnL w="9525">
                      <a:solidFill>
                        <a:srgbClr val="D5E1E5"/>
                      </a:solidFill>
                      <a:prstDash val="solid"/>
                    </a:lnL>
                    <a:lnR w="9525">
                      <a:solidFill>
                        <a:srgbClr val="D5E1E5"/>
                      </a:solidFill>
                      <a:prstDash val="solid"/>
                    </a:lnR>
                    <a:lnT w="9525">
                      <a:solidFill>
                        <a:srgbClr val="D5E1E5"/>
                      </a:solidFill>
                      <a:prstDash val="solid"/>
                    </a:lnT>
                    <a:lnB w="9525">
                      <a:solidFill>
                        <a:srgbClr val="D5E1E5"/>
                      </a:solidFill>
                      <a:prstDash val="solid"/>
                    </a:lnB>
                    <a:solidFill>
                      <a:srgbClr val="101E30"/>
                    </a:solidFill>
                  </a:tcPr>
                </a:tc>
                <a:tc>
                  <a:txBody>
                    <a:bodyPr lIns="114300" tIns="114300" rIns="114300" bIns="114300"/>
                    <a:lstStyle/>
                    <a:p>
                      <a:r>
                        <a:rPr sz="1875" b="1">
                          <a:solidFill>
                            <a:srgbClr val="FFFFFF"/>
                          </a:solidFill>
                          <a:latin typeface="Segoe UI"/>
                          <a:ea typeface="Segoe UI"/>
                          <a:cs typeface="Segoe UI"/>
                        </a:rPr>
                        <a:t>What we would measure</a:t>
                      </a:r>
                    </a:p>
                  </a:txBody>
                  <a:tcPr marL="91440" marR="91440" marT="45720" marB="45720" anchor="ctr">
                    <a:lnR w="9525">
                      <a:solidFill>
                        <a:srgbClr val="D5E1E5"/>
                      </a:solidFill>
                      <a:prstDash val="solid"/>
                    </a:lnR>
                    <a:lnT w="9525">
                      <a:solidFill>
                        <a:srgbClr val="D5E1E5"/>
                      </a:solidFill>
                      <a:prstDash val="solid"/>
                    </a:lnT>
                    <a:lnB w="9525">
                      <a:solidFill>
                        <a:srgbClr val="D5E1E5"/>
                      </a:solidFill>
                      <a:prstDash val="solid"/>
                    </a:lnB>
                    <a:solidFill>
                      <a:srgbClr val="101E30"/>
                    </a:solidFill>
                  </a:tcPr>
                </a:tc>
              </a:tr>
              <a:tr h="585788">
                <a:tc>
                  <a:txBody>
                    <a:bodyPr lIns="114300" tIns="114300" rIns="114300" bIns="114300"/>
                    <a:lstStyle/>
                    <a:p>
                      <a:r>
                        <a:rPr sz="1875" b="0">
                          <a:solidFill>
                            <a:srgbClr val="15283E"/>
                          </a:solidFill>
                          <a:latin typeface="Segoe UI"/>
                          <a:ea typeface="Segoe UI"/>
                          <a:cs typeface="Segoe UI"/>
                        </a:rPr>
                        <a:t>Connect one customer log source</a:t>
                      </a:r>
                    </a:p>
                  </a:txBody>
                  <a:tcPr marL="91440" marR="91440" marT="45720" marB="45720" anchor="ctr">
                    <a:lnL w="9525">
                      <a:solidFill>
                        <a:srgbClr val="D5E1E5"/>
                      </a:solidFill>
                      <a:prstDash val="solid"/>
                    </a:lnL>
                    <a:lnR w="9525">
                      <a:solidFill>
                        <a:srgbClr val="D5E1E5"/>
                      </a:solidFill>
                      <a:prstDash val="solid"/>
                    </a:lnR>
                    <a:lnB w="9525">
                      <a:solidFill>
                        <a:srgbClr val="D5E1E5"/>
                      </a:solidFill>
                      <a:prstDash val="solid"/>
                    </a:lnB>
                    <a:solidFill>
                      <a:srgbClr val="F1F7F8"/>
                    </a:solidFill>
                  </a:tcPr>
                </a:tc>
                <a:tc>
                  <a:txBody>
                    <a:bodyPr lIns="114300" tIns="114300" rIns="114300" bIns="114300"/>
                    <a:lstStyle/>
                    <a:p>
                      <a:r>
                        <a:rPr sz="1875" b="0">
                          <a:solidFill>
                            <a:srgbClr val="15283E"/>
                          </a:solidFill>
                          <a:latin typeface="Segoe UI"/>
                          <a:ea typeface="Segoe UI"/>
                          <a:cs typeface="Segoe UI"/>
                        </a:rPr>
                        <a:t>Time to a supported next action</a:t>
                      </a:r>
                    </a:p>
                  </a:txBody>
                  <a:tcPr marL="91440" marR="91440" marT="45720" marB="45720" anchor="ctr">
                    <a:lnR w="9525">
                      <a:solidFill>
                        <a:srgbClr val="D5E1E5"/>
                      </a:solidFill>
                      <a:prstDash val="solid"/>
                    </a:lnR>
                    <a:lnB w="9525">
                      <a:solidFill>
                        <a:srgbClr val="D5E1E5"/>
                      </a:solidFill>
                      <a:prstDash val="solid"/>
                    </a:lnB>
                    <a:solidFill>
                      <a:srgbClr val="F1F7F8"/>
                    </a:solidFill>
                  </a:tcPr>
                </a:tc>
              </a:tr>
              <a:tr h="585788">
                <a:tc>
                  <a:txBody>
                    <a:bodyPr lIns="114300" tIns="114300" rIns="114300" bIns="114300"/>
                    <a:lstStyle/>
                    <a:p>
                      <a:r>
                        <a:rPr sz="1875" b="0">
                          <a:solidFill>
                            <a:srgbClr val="15283E"/>
                          </a:solidFill>
                          <a:latin typeface="Segoe UI"/>
                          <a:ea typeface="Segoe UI"/>
                          <a:cs typeface="Segoe UI"/>
                        </a:rPr>
                        <a:t>Compare with the current workflow</a:t>
                      </a:r>
                    </a:p>
                  </a:txBody>
                  <a:tcPr marL="91440" marR="91440" marT="45720" marB="45720" anchor="ctr">
                    <a:lnL w="9525">
                      <a:solidFill>
                        <a:srgbClr val="D5E1E5"/>
                      </a:solidFill>
                      <a:prstDash val="solid"/>
                    </a:lnL>
                    <a:lnR w="9525">
                      <a:solidFill>
                        <a:srgbClr val="D5E1E5"/>
                      </a:solidFill>
                      <a:prstDash val="solid"/>
                    </a:lnR>
                    <a:lnB w="9525">
                      <a:solidFill>
                        <a:srgbClr val="D5E1E5"/>
                      </a:solidFill>
                      <a:prstDash val="solid"/>
                    </a:lnB>
                    <a:solidFill>
                      <a:srgbClr val="FFFFFF"/>
                    </a:solidFill>
                  </a:tcPr>
                </a:tc>
                <a:tc>
                  <a:txBody>
                    <a:bodyPr lIns="114300" tIns="114300" rIns="114300" bIns="114300"/>
                    <a:lstStyle/>
                    <a:p>
                      <a:r>
                        <a:rPr sz="1875" b="0">
                          <a:solidFill>
                            <a:srgbClr val="15283E"/>
                          </a:solidFill>
                          <a:latin typeface="Segoe UI"/>
                          <a:ea typeface="Segoe UI"/>
                          <a:cs typeface="Segoe UI"/>
                        </a:rPr>
                        <a:t>Answer quality and evidence accuracy</a:t>
                      </a:r>
                    </a:p>
                  </a:txBody>
                  <a:tcPr marL="91440" marR="91440" marT="45720" marB="45720" anchor="ctr">
                    <a:lnR w="9525">
                      <a:solidFill>
                        <a:srgbClr val="D5E1E5"/>
                      </a:solidFill>
                      <a:prstDash val="solid"/>
                    </a:lnR>
                    <a:lnB w="9525">
                      <a:solidFill>
                        <a:srgbClr val="D5E1E5"/>
                      </a:solidFill>
                      <a:prstDash val="solid"/>
                    </a:lnB>
                    <a:solidFill>
                      <a:srgbClr val="FFFFFF"/>
                    </a:solidFill>
                  </a:tcPr>
                </a:tc>
              </a:tr>
              <a:tr h="585788">
                <a:tc>
                  <a:txBody>
                    <a:bodyPr lIns="114300" tIns="114300" rIns="114300" bIns="114300"/>
                    <a:lstStyle/>
                    <a:p>
                      <a:r>
                        <a:rPr sz="1875" b="0">
                          <a:solidFill>
                            <a:srgbClr val="15283E"/>
                          </a:solidFill>
                          <a:latin typeface="Segoe UI"/>
                          <a:ea typeface="Segoe UI"/>
                          <a:cs typeface="Segoe UI"/>
                        </a:rPr>
                        <a:t>Extend format and ownership adapters</a:t>
                      </a:r>
                    </a:p>
                  </a:txBody>
                  <a:tcPr marL="91440" marR="91440" marT="45720" marB="45720" anchor="ctr">
                    <a:lnL w="9525">
                      <a:solidFill>
                        <a:srgbClr val="D5E1E5"/>
                      </a:solidFill>
                      <a:prstDash val="solid"/>
                    </a:lnL>
                    <a:lnR w="9525">
                      <a:solidFill>
                        <a:srgbClr val="D5E1E5"/>
                      </a:solidFill>
                      <a:prstDash val="solid"/>
                    </a:lnR>
                    <a:lnB w="9525">
                      <a:solidFill>
                        <a:srgbClr val="D5E1E5"/>
                      </a:solidFill>
                      <a:prstDash val="solid"/>
                    </a:lnB>
                    <a:solidFill>
                      <a:srgbClr val="F1F7F8"/>
                    </a:solidFill>
                  </a:tcPr>
                </a:tc>
                <a:tc>
                  <a:txBody>
                    <a:bodyPr lIns="114300" tIns="114300" rIns="114300" bIns="114300"/>
                    <a:lstStyle/>
                    <a:p>
                      <a:r>
                        <a:rPr sz="1875" b="0">
                          <a:solidFill>
                            <a:srgbClr val="15283E"/>
                          </a:solidFill>
                          <a:latin typeface="Segoe UI"/>
                          <a:ea typeface="Segoe UI"/>
                          <a:cs typeface="Segoe UI"/>
                        </a:rPr>
                        <a:t>Investigation cost and operator feedback</a:t>
                      </a:r>
                    </a:p>
                  </a:txBody>
                  <a:tcPr marL="91440" marR="91440" marT="45720" marB="45720" anchor="ctr">
                    <a:lnR w="9525">
                      <a:solidFill>
                        <a:srgbClr val="D5E1E5"/>
                      </a:solidFill>
                      <a:prstDash val="solid"/>
                    </a:lnR>
                    <a:lnB w="9525">
                      <a:solidFill>
                        <a:srgbClr val="D5E1E5"/>
                      </a:solidFill>
                      <a:prstDash val="solid"/>
                    </a:lnB>
                    <a:solidFill>
                      <a:srgbClr val="F1F7F8"/>
                    </a:solidFill>
                  </a:tcPr>
                </a:tc>
              </a:tr>
            </a:tbl>
          </a:graphicData>
        </a:graphic>
      </p:graphicFrame>
    </p:spTree>
    <p:extLst>
      <p:ext uri="{BB962C8B-B14F-4D97-AF65-F5344CB8AC3E}">
        <p14:creationId xmlns:p14="http://schemas.microsoft.com/office/powerpoint/2010/main" val="517066095"/>
      </p:ext>
    </p:extLst>
  </p:cSld>
</p:sld>
</file>

<file path=ppt/slides/slide8.xml><?xml version="1.0" encoding="utf-8"?>
<p:sld xmlns:p="http://schemas.openxmlformats.org/presentationml/2006/main">
  <p:cSld>
    <p:bg>
      <p:bgPr>
        <a:solidFill xmlns:a="http://schemas.openxmlformats.org/drawingml/2006/main">
          <a:srgbClr val="101E30"/>
        </a:solidFill>
      </p:bgPr>
    </p:bg>
    <p:spTree>
      <p:nvGrpSpPr>
        <p:cNvPr id="1" name=""/>
        <p:cNvGrpSpPr/>
        <p:nvPr/>
      </p:nvGrpSpPr>
      <p:grpSpPr>
        <a:xfrm xmlns:a="http://schemas.openxmlformats.org/drawingml/2006/main"/>
      </p:grpSpPr>
      <p:sp>
        <p:nvSpPr>
          <p:cNvPr id="8" name="Evidence first, human decisions">
            <a:extLst xmlns:a="http://schemas.openxmlformats.org/drawingml/2006/main">
              <a:ext uri="{FF2B5EF4-FFF2-40B4-BE49-F238E27FC236}">
                <a16:creationId xmlns:a16="http://schemas.microsoft.com/office/drawing/2014/main" id="{B8966217-B7FF-425C-ADF5-101970B6CFA6}"/>
              </a:ext>
            </a:extLst>
          </p:cNvPr>
          <p:cNvSpPr>
            <a:spLocks xmlns:a="http://schemas.openxmlformats.org/drawingml/2006/main" noGrp="1"/>
          </p:cNvSpPr>
          <p:nvPr/>
        </p:nvSpPr>
        <p:spPr>
          <a:xfrm xmlns:a="http://schemas.openxmlformats.org/drawingml/2006/main">
            <a:off x="609600" y="466725"/>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Segoe UI"/>
                <a:ea typeface="Segoe UI"/>
                <a:cs typeface="Segoe UI"/>
              </a:defRPr>
            </a:defPPr>
            <a:lvl1pPr>
              <a:defRPr sz="3300" b="1">
                <a:solidFill>
                  <a:srgbClr val="FFFFFF"/>
                </a:solidFill>
                <a:latin typeface="Segoe UI"/>
                <a:ea typeface="Segoe UI"/>
                <a:cs typeface="Segoe UI"/>
              </a:defRPr>
            </a:lvl1pPr>
            <a:lvl2pPr>
              <a:defRPr sz="3300" b="1">
                <a:solidFill>
                  <a:srgbClr val="FFFFFF"/>
                </a:solidFill>
                <a:latin typeface="Segoe UI"/>
                <a:ea typeface="Segoe UI"/>
                <a:cs typeface="Segoe UI"/>
              </a:defRPr>
            </a:lvl2pPr>
            <a:lvl3pPr>
              <a:defRPr sz="3300" b="1">
                <a:solidFill>
                  <a:srgbClr val="FFFFFF"/>
                </a:solidFill>
                <a:latin typeface="Segoe UI"/>
                <a:ea typeface="Segoe UI"/>
                <a:cs typeface="Segoe UI"/>
              </a:defRPr>
            </a:lvl3pPr>
            <a:lvl4pPr>
              <a:defRPr sz="3300" b="1">
                <a:solidFill>
                  <a:srgbClr val="FFFFFF"/>
                </a:solidFill>
                <a:latin typeface="Segoe UI"/>
                <a:ea typeface="Segoe UI"/>
                <a:cs typeface="Segoe UI"/>
              </a:defRPr>
            </a:lvl4pPr>
            <a:lvl5pPr>
              <a:defRPr sz="3300" b="1">
                <a:solidFill>
                  <a:srgbClr val="FFFFFF"/>
                </a:solidFill>
                <a:latin typeface="Segoe UI"/>
                <a:ea typeface="Segoe UI"/>
                <a:cs typeface="Segoe UI"/>
              </a:defRPr>
            </a:lvl5pPr>
            <a:lvl6pPr>
              <a:defRPr sz="3300" b="1">
                <a:solidFill>
                  <a:srgbClr val="FFFFFF"/>
                </a:solidFill>
                <a:latin typeface="Segoe UI"/>
                <a:ea typeface="Segoe UI"/>
                <a:cs typeface="Segoe UI"/>
              </a:defRPr>
            </a:lvl6pPr>
            <a:lvl7pPr>
              <a:defRPr sz="3300" b="1">
                <a:solidFill>
                  <a:srgbClr val="FFFFFF"/>
                </a:solidFill>
                <a:latin typeface="Segoe UI"/>
                <a:ea typeface="Segoe UI"/>
                <a:cs typeface="Segoe UI"/>
              </a:defRPr>
            </a:lvl7pPr>
            <a:lvl8pPr>
              <a:defRPr sz="3300" b="1">
                <a:solidFill>
                  <a:srgbClr val="FFFFFF"/>
                </a:solidFill>
                <a:latin typeface="Segoe UI"/>
                <a:ea typeface="Segoe UI"/>
                <a:cs typeface="Segoe UI"/>
              </a:defRPr>
            </a:lvl8pPr>
            <a:lvl9pPr>
              <a:defRPr sz="3300" b="1">
                <a:solidFill>
                  <a:srgbClr val="FFFFFF"/>
                </a:solidFill>
                <a:latin typeface="Segoe UI"/>
                <a:ea typeface="Segoe UI"/>
                <a:cs typeface="Segoe UI"/>
              </a:defRPr>
            </a:lvl9pPr>
          </a:lstStyle>
          <a:p xmlns:a="http://schemas.openxmlformats.org/drawingml/2006/main">
            <a:pPr>
              <a:defRPr sz="3300" b="1">
                <a:solidFill>
                  <a:srgbClr val="FFFFFF"/>
                </a:solidFill>
                <a:latin typeface="Segoe UI"/>
                <a:ea typeface="Segoe UI"/>
                <a:cs typeface="Segoe UI"/>
              </a:defRPr>
            </a:pPr>
            <a:r>
              <a:rPr sz="3300" b="1">
                <a:solidFill>
                  <a:srgbClr val="FFFFFF"/>
                </a:solidFill>
                <a:latin typeface="Segoe UI"/>
                <a:ea typeface="Segoe UI"/>
                <a:cs typeface="Segoe UI"/>
              </a:rPr>
              <a:t>Evidence first, human decisions</a:t>
            </a:r>
          </a:p>
        </p:txBody>
      </p:sp>
      <p:sp>
        <p:nvSpPr>
          <p:cNvPr id="2" name="Eren: ingestion   /   Kirdar: search   /   Ghazal: anal">
            <a:extLst xmlns:a="http://schemas.openxmlformats.org/drawingml/2006/main">
              <a:ext uri="{FF2B5EF4-FFF2-40B4-BE49-F238E27FC236}">
                <a16:creationId xmlns:a16="http://schemas.microsoft.com/office/drawing/2014/main" id="{4D8845FC-C163-4552-8508-F7DA97CB01AE}"/>
              </a:ext>
            </a:extLst>
          </p:cNvPr>
          <p:cNvSpPr>
            <a:spLocks xmlns:a="http://schemas.openxmlformats.org/drawingml/2006/main" noGrp="1"/>
          </p:cNvSpPr>
          <p:nvPr/>
        </p:nvSpPr>
        <p:spPr>
          <a:xfrm xmlns:a="http://schemas.openxmlformats.org/drawingml/2006/main">
            <a:off x="609600" y="630555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C8D6DF"/>
                </a:solidFill>
                <a:latin typeface="Segoe UI"/>
                <a:ea typeface="Segoe UI"/>
                <a:cs typeface="Segoe UI"/>
              </a:defRPr>
            </a:defPPr>
            <a:lvl1pPr>
              <a:defRPr sz="1050" b="0">
                <a:solidFill>
                  <a:srgbClr val="C8D6DF"/>
                </a:solidFill>
                <a:latin typeface="Segoe UI"/>
                <a:ea typeface="Segoe UI"/>
                <a:cs typeface="Segoe UI"/>
              </a:defRPr>
            </a:lvl1pPr>
            <a:lvl2pPr>
              <a:defRPr sz="1050" b="0">
                <a:solidFill>
                  <a:srgbClr val="C8D6DF"/>
                </a:solidFill>
                <a:latin typeface="Segoe UI"/>
                <a:ea typeface="Segoe UI"/>
                <a:cs typeface="Segoe UI"/>
              </a:defRPr>
            </a:lvl2pPr>
            <a:lvl3pPr>
              <a:defRPr sz="1050" b="0">
                <a:solidFill>
                  <a:srgbClr val="C8D6DF"/>
                </a:solidFill>
                <a:latin typeface="Segoe UI"/>
                <a:ea typeface="Segoe UI"/>
                <a:cs typeface="Segoe UI"/>
              </a:defRPr>
            </a:lvl3pPr>
            <a:lvl4pPr>
              <a:defRPr sz="1050" b="0">
                <a:solidFill>
                  <a:srgbClr val="C8D6DF"/>
                </a:solidFill>
                <a:latin typeface="Segoe UI"/>
                <a:ea typeface="Segoe UI"/>
                <a:cs typeface="Segoe UI"/>
              </a:defRPr>
            </a:lvl4pPr>
            <a:lvl5pPr>
              <a:defRPr sz="1050" b="0">
                <a:solidFill>
                  <a:srgbClr val="C8D6DF"/>
                </a:solidFill>
                <a:latin typeface="Segoe UI"/>
                <a:ea typeface="Segoe UI"/>
                <a:cs typeface="Segoe UI"/>
              </a:defRPr>
            </a:lvl5pPr>
            <a:lvl6pPr>
              <a:defRPr sz="1050" b="0">
                <a:solidFill>
                  <a:srgbClr val="C8D6DF"/>
                </a:solidFill>
                <a:latin typeface="Segoe UI"/>
                <a:ea typeface="Segoe UI"/>
                <a:cs typeface="Segoe UI"/>
              </a:defRPr>
            </a:lvl6pPr>
            <a:lvl7pPr>
              <a:defRPr sz="1050" b="0">
                <a:solidFill>
                  <a:srgbClr val="C8D6DF"/>
                </a:solidFill>
                <a:latin typeface="Segoe UI"/>
                <a:ea typeface="Segoe UI"/>
                <a:cs typeface="Segoe UI"/>
              </a:defRPr>
            </a:lvl7pPr>
            <a:lvl8pPr>
              <a:defRPr sz="1050" b="0">
                <a:solidFill>
                  <a:srgbClr val="C8D6DF"/>
                </a:solidFill>
                <a:latin typeface="Segoe UI"/>
                <a:ea typeface="Segoe UI"/>
                <a:cs typeface="Segoe UI"/>
              </a:defRPr>
            </a:lvl8pPr>
            <a:lvl9pPr>
              <a:defRPr sz="1050" b="0">
                <a:solidFill>
                  <a:srgbClr val="C8D6DF"/>
                </a:solidFill>
                <a:latin typeface="Segoe UI"/>
                <a:ea typeface="Segoe UI"/>
                <a:cs typeface="Segoe UI"/>
              </a:defRPr>
            </a:lvl9pPr>
          </a:lstStyle>
          <a:p xmlns:a="http://schemas.openxmlformats.org/drawingml/2006/main">
            <a:pPr>
              <a:defRPr sz="1050" b="0">
                <a:solidFill>
                  <a:srgbClr val="C8D6DF"/>
                </a:solidFill>
                <a:latin typeface="Segoe UI"/>
                <a:ea typeface="Segoe UI"/>
                <a:cs typeface="Segoe UI"/>
              </a:defRPr>
            </a:pPr>
            <a:r>
              <a:rPr sz="1050" b="0">
                <a:solidFill>
                  <a:srgbClr val="C8D6DF"/>
                </a:solidFill>
                <a:latin typeface="Segoe UI"/>
                <a:ea typeface="Segoe UI"/>
                <a:cs typeface="Segoe UI"/>
              </a:rPr>
              <a:t>Eren: ingestion   /   Kirdar: search   /   Ghazal: analytics   /   Kardo: agent   /   Omar: UI and demo</a:t>
            </a:r>
          </a:p>
        </p:txBody>
      </p:sp>
      <p:sp>
        <p:nvSpPr>
          <p:cNvPr id="3" name="08">
            <a:extLst xmlns:a="http://schemas.openxmlformats.org/drawingml/2006/main">
              <a:ext uri="{FF2B5EF4-FFF2-40B4-BE49-F238E27FC236}">
                <a16:creationId xmlns:a16="http://schemas.microsoft.com/office/drawing/2014/main" id="{D61EA631-36F2-4203-B05A-47A3F6801286}"/>
              </a:ext>
            </a:extLst>
          </p:cNvPr>
          <p:cNvSpPr>
            <a:spLocks xmlns:a="http://schemas.openxmlformats.org/drawingml/2006/main" noGrp="1"/>
          </p:cNvSpPr>
          <p:nvPr/>
        </p:nvSpPr>
        <p:spPr>
          <a:xfrm xmlns:a="http://schemas.openxmlformats.org/drawingml/2006/main">
            <a:off x="11125200" y="63246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C8D6DF"/>
                </a:solidFill>
                <a:latin typeface="Segoe UI"/>
                <a:ea typeface="Segoe UI"/>
                <a:cs typeface="Segoe UI"/>
              </a:defRPr>
            </a:defPPr>
            <a:lvl1pPr>
              <a:defRPr sz="1125" b="0">
                <a:solidFill>
                  <a:srgbClr val="C8D6DF"/>
                </a:solidFill>
                <a:latin typeface="Segoe UI"/>
                <a:ea typeface="Segoe UI"/>
                <a:cs typeface="Segoe UI"/>
              </a:defRPr>
            </a:lvl1pPr>
            <a:lvl2pPr>
              <a:defRPr sz="1125" b="0">
                <a:solidFill>
                  <a:srgbClr val="C8D6DF"/>
                </a:solidFill>
                <a:latin typeface="Segoe UI"/>
                <a:ea typeface="Segoe UI"/>
                <a:cs typeface="Segoe UI"/>
              </a:defRPr>
            </a:lvl2pPr>
            <a:lvl3pPr>
              <a:defRPr sz="1125" b="0">
                <a:solidFill>
                  <a:srgbClr val="C8D6DF"/>
                </a:solidFill>
                <a:latin typeface="Segoe UI"/>
                <a:ea typeface="Segoe UI"/>
                <a:cs typeface="Segoe UI"/>
              </a:defRPr>
            </a:lvl3pPr>
            <a:lvl4pPr>
              <a:defRPr sz="1125" b="0">
                <a:solidFill>
                  <a:srgbClr val="C8D6DF"/>
                </a:solidFill>
                <a:latin typeface="Segoe UI"/>
                <a:ea typeface="Segoe UI"/>
                <a:cs typeface="Segoe UI"/>
              </a:defRPr>
            </a:lvl4pPr>
            <a:lvl5pPr>
              <a:defRPr sz="1125" b="0">
                <a:solidFill>
                  <a:srgbClr val="C8D6DF"/>
                </a:solidFill>
                <a:latin typeface="Segoe UI"/>
                <a:ea typeface="Segoe UI"/>
                <a:cs typeface="Segoe UI"/>
              </a:defRPr>
            </a:lvl5pPr>
            <a:lvl6pPr>
              <a:defRPr sz="1125" b="0">
                <a:solidFill>
                  <a:srgbClr val="C8D6DF"/>
                </a:solidFill>
                <a:latin typeface="Segoe UI"/>
                <a:ea typeface="Segoe UI"/>
                <a:cs typeface="Segoe UI"/>
              </a:defRPr>
            </a:lvl6pPr>
            <a:lvl7pPr>
              <a:defRPr sz="1125" b="0">
                <a:solidFill>
                  <a:srgbClr val="C8D6DF"/>
                </a:solidFill>
                <a:latin typeface="Segoe UI"/>
                <a:ea typeface="Segoe UI"/>
                <a:cs typeface="Segoe UI"/>
              </a:defRPr>
            </a:lvl7pPr>
            <a:lvl8pPr>
              <a:defRPr sz="1125" b="0">
                <a:solidFill>
                  <a:srgbClr val="C8D6DF"/>
                </a:solidFill>
                <a:latin typeface="Segoe UI"/>
                <a:ea typeface="Segoe UI"/>
                <a:cs typeface="Segoe UI"/>
              </a:defRPr>
            </a:lvl8pPr>
            <a:lvl9pPr>
              <a:defRPr sz="1125" b="0">
                <a:solidFill>
                  <a:srgbClr val="C8D6DF"/>
                </a:solidFill>
                <a:latin typeface="Segoe UI"/>
                <a:ea typeface="Segoe UI"/>
                <a:cs typeface="Segoe UI"/>
              </a:defRPr>
            </a:lvl9pPr>
          </a:lstStyle>
          <a:p xmlns:a="http://schemas.openxmlformats.org/drawingml/2006/main">
            <a:pPr>
              <a:defRPr sz="1125" b="0">
                <a:solidFill>
                  <a:srgbClr val="C8D6DF"/>
                </a:solidFill>
                <a:latin typeface="Segoe UI"/>
                <a:ea typeface="Segoe UI"/>
                <a:cs typeface="Segoe UI"/>
              </a:defRPr>
            </a:pPr>
            <a:r>
              <a:rPr sz="1125" b="0">
                <a:solidFill>
                  <a:srgbClr val="C8D6DF"/>
                </a:solidFill>
                <a:latin typeface="Segoe UI"/>
                <a:ea typeface="Segoe UI"/>
                <a:cs typeface="Segoe UI"/>
              </a:rPr>
              <a:t>08</a:t>
            </a:r>
          </a:p>
        </p:txBody>
      </p:sp>
      <p:sp>
        <p:nvSpPr>
          <p:cNvPr id="4" name="Working today">
            <a:extLst xmlns:a="http://schemas.openxmlformats.org/drawingml/2006/main">
              <a:ext uri="{FF2B5EF4-FFF2-40B4-BE49-F238E27FC236}">
                <a16:creationId xmlns:a16="http://schemas.microsoft.com/office/drawing/2014/main" id="{9E907E38-56C6-4BFF-A7C3-3E96BD848935}"/>
              </a:ext>
            </a:extLst>
          </p:cNvPr>
          <p:cNvSpPr>
            <a:spLocks xmlns:a="http://schemas.openxmlformats.org/drawingml/2006/main" noGrp="1"/>
          </p:cNvSpPr>
          <p:nvPr/>
        </p:nvSpPr>
        <p:spPr>
          <a:xfrm xmlns:a="http://schemas.openxmlformats.org/drawingml/2006/main">
            <a:off x="609600" y="1866900"/>
            <a:ext cx="5048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71E1CC"/>
                </a:solidFill>
                <a:latin typeface="Segoe UI"/>
                <a:ea typeface="Segoe UI"/>
                <a:cs typeface="Segoe UI"/>
              </a:defRPr>
            </a:defPPr>
            <a:lvl1pPr>
              <a:defRPr sz="2475" b="1">
                <a:solidFill>
                  <a:srgbClr val="71E1CC"/>
                </a:solidFill>
                <a:latin typeface="Segoe UI"/>
                <a:ea typeface="Segoe UI"/>
                <a:cs typeface="Segoe UI"/>
              </a:defRPr>
            </a:lvl1pPr>
            <a:lvl2pPr>
              <a:defRPr sz="2475" b="1">
                <a:solidFill>
                  <a:srgbClr val="71E1CC"/>
                </a:solidFill>
                <a:latin typeface="Segoe UI"/>
                <a:ea typeface="Segoe UI"/>
                <a:cs typeface="Segoe UI"/>
              </a:defRPr>
            </a:lvl2pPr>
            <a:lvl3pPr>
              <a:defRPr sz="2475" b="1">
                <a:solidFill>
                  <a:srgbClr val="71E1CC"/>
                </a:solidFill>
                <a:latin typeface="Segoe UI"/>
                <a:ea typeface="Segoe UI"/>
                <a:cs typeface="Segoe UI"/>
              </a:defRPr>
            </a:lvl3pPr>
            <a:lvl4pPr>
              <a:defRPr sz="2475" b="1">
                <a:solidFill>
                  <a:srgbClr val="71E1CC"/>
                </a:solidFill>
                <a:latin typeface="Segoe UI"/>
                <a:ea typeface="Segoe UI"/>
                <a:cs typeface="Segoe UI"/>
              </a:defRPr>
            </a:lvl4pPr>
            <a:lvl5pPr>
              <a:defRPr sz="2475" b="1">
                <a:solidFill>
                  <a:srgbClr val="71E1CC"/>
                </a:solidFill>
                <a:latin typeface="Segoe UI"/>
                <a:ea typeface="Segoe UI"/>
                <a:cs typeface="Segoe UI"/>
              </a:defRPr>
            </a:lvl5pPr>
            <a:lvl6pPr>
              <a:defRPr sz="2475" b="1">
                <a:solidFill>
                  <a:srgbClr val="71E1CC"/>
                </a:solidFill>
                <a:latin typeface="Segoe UI"/>
                <a:ea typeface="Segoe UI"/>
                <a:cs typeface="Segoe UI"/>
              </a:defRPr>
            </a:lvl6pPr>
            <a:lvl7pPr>
              <a:defRPr sz="2475" b="1">
                <a:solidFill>
                  <a:srgbClr val="71E1CC"/>
                </a:solidFill>
                <a:latin typeface="Segoe UI"/>
                <a:ea typeface="Segoe UI"/>
                <a:cs typeface="Segoe UI"/>
              </a:defRPr>
            </a:lvl7pPr>
            <a:lvl8pPr>
              <a:defRPr sz="2475" b="1">
                <a:solidFill>
                  <a:srgbClr val="71E1CC"/>
                </a:solidFill>
                <a:latin typeface="Segoe UI"/>
                <a:ea typeface="Segoe UI"/>
                <a:cs typeface="Segoe UI"/>
              </a:defRPr>
            </a:lvl8pPr>
            <a:lvl9pPr>
              <a:defRPr sz="2475" b="1">
                <a:solidFill>
                  <a:srgbClr val="71E1CC"/>
                </a:solidFill>
                <a:latin typeface="Segoe UI"/>
                <a:ea typeface="Segoe UI"/>
                <a:cs typeface="Segoe UI"/>
              </a:defRPr>
            </a:lvl9pPr>
          </a:lstStyle>
          <a:p xmlns:a="http://schemas.openxmlformats.org/drawingml/2006/main">
            <a:pPr>
              <a:defRPr sz="2475" b="1">
                <a:solidFill>
                  <a:srgbClr val="71E1CC"/>
                </a:solidFill>
                <a:latin typeface="Segoe UI"/>
                <a:ea typeface="Segoe UI"/>
                <a:cs typeface="Segoe UI"/>
              </a:defRPr>
            </a:pPr>
            <a:r>
              <a:rPr sz="2475" b="1">
                <a:solidFill>
                  <a:srgbClr val="71E1CC"/>
                </a:solidFill>
                <a:latin typeface="Segoe UI"/>
                <a:ea typeface="Segoe UI"/>
                <a:cs typeface="Segoe UI"/>
              </a:rPr>
              <a:t>Working today</a:t>
            </a:r>
          </a:p>
        </p:txBody>
      </p:sp>
      <p:sp>
        <p:nvSpPr>
          <p:cNvPr id="5" name="4,955,783 historical log lines&#10;Search and aggregation w">
            <a:extLst xmlns:a="http://schemas.openxmlformats.org/drawingml/2006/main">
              <a:ext uri="{FF2B5EF4-FFF2-40B4-BE49-F238E27FC236}">
                <a16:creationId xmlns:a16="http://schemas.microsoft.com/office/drawing/2014/main" id="{FAE4FA44-846B-4009-BB27-D7BF89E97E18}"/>
              </a:ext>
            </a:extLst>
          </p:cNvPr>
          <p:cNvSpPr>
            <a:spLocks xmlns:a="http://schemas.openxmlformats.org/drawingml/2006/main" noGrp="1"/>
          </p:cNvSpPr>
          <p:nvPr/>
        </p:nvSpPr>
        <p:spPr>
          <a:xfrm xmlns:a="http://schemas.openxmlformats.org/drawingml/2006/main">
            <a:off x="609600" y="2562225"/>
            <a:ext cx="108108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FFFFF"/>
                </a:solidFill>
                <a:latin typeface="Segoe UI"/>
                <a:ea typeface="Segoe UI"/>
                <a:cs typeface="Segoe UI"/>
              </a:defRPr>
            </a:defPPr>
            <a:lvl1pPr>
              <a:defRPr sz="2325" b="0">
                <a:solidFill>
                  <a:srgbClr val="FFFFFF"/>
                </a:solidFill>
                <a:latin typeface="Segoe UI"/>
                <a:ea typeface="Segoe UI"/>
                <a:cs typeface="Segoe UI"/>
              </a:defRPr>
            </a:lvl1pPr>
            <a:lvl2pPr>
              <a:defRPr sz="2325" b="0">
                <a:solidFill>
                  <a:srgbClr val="FFFFFF"/>
                </a:solidFill>
                <a:latin typeface="Segoe UI"/>
                <a:ea typeface="Segoe UI"/>
                <a:cs typeface="Segoe UI"/>
              </a:defRPr>
            </a:lvl2pPr>
            <a:lvl3pPr>
              <a:defRPr sz="2325" b="0">
                <a:solidFill>
                  <a:srgbClr val="FFFFFF"/>
                </a:solidFill>
                <a:latin typeface="Segoe UI"/>
                <a:ea typeface="Segoe UI"/>
                <a:cs typeface="Segoe UI"/>
              </a:defRPr>
            </a:lvl3pPr>
            <a:lvl4pPr>
              <a:defRPr sz="2325" b="0">
                <a:solidFill>
                  <a:srgbClr val="FFFFFF"/>
                </a:solidFill>
                <a:latin typeface="Segoe UI"/>
                <a:ea typeface="Segoe UI"/>
                <a:cs typeface="Segoe UI"/>
              </a:defRPr>
            </a:lvl4pPr>
            <a:lvl5pPr>
              <a:defRPr sz="2325" b="0">
                <a:solidFill>
                  <a:srgbClr val="FFFFFF"/>
                </a:solidFill>
                <a:latin typeface="Segoe UI"/>
                <a:ea typeface="Segoe UI"/>
                <a:cs typeface="Segoe UI"/>
              </a:defRPr>
            </a:lvl5pPr>
            <a:lvl6pPr>
              <a:defRPr sz="2325" b="0">
                <a:solidFill>
                  <a:srgbClr val="FFFFFF"/>
                </a:solidFill>
                <a:latin typeface="Segoe UI"/>
                <a:ea typeface="Segoe UI"/>
                <a:cs typeface="Segoe UI"/>
              </a:defRPr>
            </a:lvl6pPr>
            <a:lvl7pPr>
              <a:defRPr sz="2325" b="0">
                <a:solidFill>
                  <a:srgbClr val="FFFFFF"/>
                </a:solidFill>
                <a:latin typeface="Segoe UI"/>
                <a:ea typeface="Segoe UI"/>
                <a:cs typeface="Segoe UI"/>
              </a:defRPr>
            </a:lvl7pPr>
            <a:lvl8pPr>
              <a:defRPr sz="2325" b="0">
                <a:solidFill>
                  <a:srgbClr val="FFFFFF"/>
                </a:solidFill>
                <a:latin typeface="Segoe UI"/>
                <a:ea typeface="Segoe UI"/>
                <a:cs typeface="Segoe UI"/>
              </a:defRPr>
            </a:lvl8pPr>
            <a:lvl9pPr>
              <a:defRPr sz="2325" b="0">
                <a:solidFill>
                  <a:srgbClr val="FFFFFF"/>
                </a:solidFill>
                <a:latin typeface="Segoe UI"/>
                <a:ea typeface="Segoe UI"/>
                <a:cs typeface="Segoe UI"/>
              </a:defRPr>
            </a:lvl9pPr>
          </a:lstStyle>
          <a:p xmlns:a="http://schemas.openxmlformats.org/drawingml/2006/main">
            <a:pPr>
              <a:defRPr sz="2325" b="0">
                <a:solidFill>
                  <a:srgbClr val="FFFFFF"/>
                </a:solidFill>
                <a:latin typeface="Segoe UI"/>
                <a:ea typeface="Segoe UI"/>
                <a:cs typeface="Segoe UI"/>
              </a:defRPr>
            </a:pPr>
            <a:r>
              <a:rPr sz="2325" b="0">
                <a:solidFill>
                  <a:srgbClr val="FFFFFF"/>
                </a:solidFill>
                <a:latin typeface="Segoe UI"/>
                <a:ea typeface="Segoe UI"/>
                <a:cs typeface="Segoe UI"/>
              </a:rPr>
              <a:t>4,955,783 historical log lines</a:t>
            </a:r>
          </a:p>
          <a:p xmlns:a="http://schemas.openxmlformats.org/drawingml/2006/main">
            <a:pPr>
              <a:defRPr sz="2325" b="0">
                <a:solidFill>
                  <a:srgbClr val="FFFFFF"/>
                </a:solidFill>
                <a:latin typeface="Segoe UI"/>
                <a:ea typeface="Segoe UI"/>
                <a:cs typeface="Segoe UI"/>
              </a:defRPr>
            </a:pPr>
            <a:r>
              <a:rPr sz="2325" b="0">
                <a:solidFill>
                  <a:srgbClr val="FFFFFF"/>
                </a:solidFill>
                <a:latin typeface="Segoe UI"/>
                <a:ea typeface="Segoe UI"/>
                <a:cs typeface="Segoe UI"/>
              </a:rPr>
              <a:t>Search and aggregation with SQL evidence</a:t>
            </a:r>
          </a:p>
          <a:p xmlns:a="http://schemas.openxmlformats.org/drawingml/2006/main">
            <a:pPr>
              <a:defRPr sz="2325" b="0">
                <a:solidFill>
                  <a:srgbClr val="FFFFFF"/>
                </a:solidFill>
                <a:latin typeface="Segoe UI"/>
                <a:ea typeface="Segoe UI"/>
                <a:cs typeface="Segoe UI"/>
              </a:defRPr>
            </a:pPr>
            <a:r>
              <a:rPr sz="2325" b="0">
                <a:solidFill>
                  <a:srgbClr val="FFFFFF"/>
                </a:solidFill>
                <a:latin typeface="Segoe UI"/>
                <a:ea typeface="Segoe UI"/>
                <a:cs typeface="Segoe UI"/>
              </a:rPr>
              <a:t>Three role-specific agent workflows</a:t>
            </a:r>
          </a:p>
        </p:txBody>
      </p:sp>
      <p:sp>
        <p:nvSpPr>
          <p:cNvPr id="6" name="Limits and next step">
            <a:extLst xmlns:a="http://schemas.openxmlformats.org/drawingml/2006/main">
              <a:ext uri="{FF2B5EF4-FFF2-40B4-BE49-F238E27FC236}">
                <a16:creationId xmlns:a16="http://schemas.microsoft.com/office/drawing/2014/main" id="{2D960B05-4BC1-4A42-879D-FBD195701EC1}"/>
              </a:ext>
            </a:extLst>
          </p:cNvPr>
          <p:cNvSpPr>
            <a:spLocks xmlns:a="http://schemas.openxmlformats.org/drawingml/2006/main" noGrp="1"/>
          </p:cNvSpPr>
          <p:nvPr/>
        </p:nvSpPr>
        <p:spPr>
          <a:xfrm xmlns:a="http://schemas.openxmlformats.org/drawingml/2006/main">
            <a:off x="609600" y="441960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1E1CC"/>
                </a:solidFill>
                <a:latin typeface="Segoe UI"/>
                <a:ea typeface="Segoe UI"/>
                <a:cs typeface="Segoe UI"/>
              </a:defRPr>
            </a:defPPr>
            <a:lvl1pPr>
              <a:defRPr sz="2325" b="1">
                <a:solidFill>
                  <a:srgbClr val="71E1CC"/>
                </a:solidFill>
                <a:latin typeface="Segoe UI"/>
                <a:ea typeface="Segoe UI"/>
                <a:cs typeface="Segoe UI"/>
              </a:defRPr>
            </a:lvl1pPr>
            <a:lvl2pPr>
              <a:defRPr sz="2325" b="1">
                <a:solidFill>
                  <a:srgbClr val="71E1CC"/>
                </a:solidFill>
                <a:latin typeface="Segoe UI"/>
                <a:ea typeface="Segoe UI"/>
                <a:cs typeface="Segoe UI"/>
              </a:defRPr>
            </a:lvl2pPr>
            <a:lvl3pPr>
              <a:defRPr sz="2325" b="1">
                <a:solidFill>
                  <a:srgbClr val="71E1CC"/>
                </a:solidFill>
                <a:latin typeface="Segoe UI"/>
                <a:ea typeface="Segoe UI"/>
                <a:cs typeface="Segoe UI"/>
              </a:defRPr>
            </a:lvl3pPr>
            <a:lvl4pPr>
              <a:defRPr sz="2325" b="1">
                <a:solidFill>
                  <a:srgbClr val="71E1CC"/>
                </a:solidFill>
                <a:latin typeface="Segoe UI"/>
                <a:ea typeface="Segoe UI"/>
                <a:cs typeface="Segoe UI"/>
              </a:defRPr>
            </a:lvl4pPr>
            <a:lvl5pPr>
              <a:defRPr sz="2325" b="1">
                <a:solidFill>
                  <a:srgbClr val="71E1CC"/>
                </a:solidFill>
                <a:latin typeface="Segoe UI"/>
                <a:ea typeface="Segoe UI"/>
                <a:cs typeface="Segoe UI"/>
              </a:defRPr>
            </a:lvl5pPr>
            <a:lvl6pPr>
              <a:defRPr sz="2325" b="1">
                <a:solidFill>
                  <a:srgbClr val="71E1CC"/>
                </a:solidFill>
                <a:latin typeface="Segoe UI"/>
                <a:ea typeface="Segoe UI"/>
                <a:cs typeface="Segoe UI"/>
              </a:defRPr>
            </a:lvl6pPr>
            <a:lvl7pPr>
              <a:defRPr sz="2325" b="1">
                <a:solidFill>
                  <a:srgbClr val="71E1CC"/>
                </a:solidFill>
                <a:latin typeface="Segoe UI"/>
                <a:ea typeface="Segoe UI"/>
                <a:cs typeface="Segoe UI"/>
              </a:defRPr>
            </a:lvl7pPr>
            <a:lvl8pPr>
              <a:defRPr sz="2325" b="1">
                <a:solidFill>
                  <a:srgbClr val="71E1CC"/>
                </a:solidFill>
                <a:latin typeface="Segoe UI"/>
                <a:ea typeface="Segoe UI"/>
                <a:cs typeface="Segoe UI"/>
              </a:defRPr>
            </a:lvl8pPr>
            <a:lvl9pPr>
              <a:defRPr sz="2325" b="1">
                <a:solidFill>
                  <a:srgbClr val="71E1CC"/>
                </a:solidFill>
                <a:latin typeface="Segoe UI"/>
                <a:ea typeface="Segoe UI"/>
                <a:cs typeface="Segoe UI"/>
              </a:defRPr>
            </a:lvl9pPr>
          </a:lstStyle>
          <a:p xmlns:a="http://schemas.openxmlformats.org/drawingml/2006/main">
            <a:pPr>
              <a:defRPr sz="2325" b="1">
                <a:solidFill>
                  <a:srgbClr val="71E1CC"/>
                </a:solidFill>
                <a:latin typeface="Segoe UI"/>
                <a:ea typeface="Segoe UI"/>
                <a:cs typeface="Segoe UI"/>
              </a:defRPr>
            </a:pPr>
            <a:r>
              <a:rPr sz="2325" b="1">
                <a:solidFill>
                  <a:srgbClr val="71E1CC"/>
                </a:solidFill>
                <a:latin typeface="Segoe UI"/>
                <a:ea typeface="Segoe UI"/>
                <a:cs typeface="Segoe UI"/>
              </a:rPr>
              <a:t>Limits and next step</a:t>
            </a:r>
          </a:p>
        </p:txBody>
      </p:sp>
      <p:sp>
        <p:nvSpPr>
          <p:cNvPr id="7" name="Fictional ownership. Heuristic events and scores.&#10;Human">
            <a:extLst xmlns:a="http://schemas.openxmlformats.org/drawingml/2006/main">
              <a:ext uri="{FF2B5EF4-FFF2-40B4-BE49-F238E27FC236}">
                <a16:creationId xmlns:a16="http://schemas.microsoft.com/office/drawing/2014/main" id="{EB05ADFC-CC02-45D3-8879-40AB27C9E463}"/>
              </a:ext>
            </a:extLst>
          </p:cNvPr>
          <p:cNvSpPr>
            <a:spLocks xmlns:a="http://schemas.openxmlformats.org/drawingml/2006/main" noGrp="1"/>
          </p:cNvSpPr>
          <p:nvPr/>
        </p:nvSpPr>
        <p:spPr>
          <a:xfrm xmlns:a="http://schemas.openxmlformats.org/drawingml/2006/main">
            <a:off x="609600" y="4981575"/>
            <a:ext cx="10858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E0E8EF"/>
                </a:solidFill>
                <a:latin typeface="Segoe UI"/>
                <a:ea typeface="Segoe UI"/>
                <a:cs typeface="Segoe UI"/>
              </a:defRPr>
            </a:defPPr>
            <a:lvl1pPr>
              <a:defRPr sz="1950" b="0">
                <a:solidFill>
                  <a:srgbClr val="E0E8EF"/>
                </a:solidFill>
                <a:latin typeface="Segoe UI"/>
                <a:ea typeface="Segoe UI"/>
                <a:cs typeface="Segoe UI"/>
              </a:defRPr>
            </a:lvl1pPr>
            <a:lvl2pPr>
              <a:defRPr sz="1950" b="0">
                <a:solidFill>
                  <a:srgbClr val="E0E8EF"/>
                </a:solidFill>
                <a:latin typeface="Segoe UI"/>
                <a:ea typeface="Segoe UI"/>
                <a:cs typeface="Segoe UI"/>
              </a:defRPr>
            </a:lvl2pPr>
            <a:lvl3pPr>
              <a:defRPr sz="1950" b="0">
                <a:solidFill>
                  <a:srgbClr val="E0E8EF"/>
                </a:solidFill>
                <a:latin typeface="Segoe UI"/>
                <a:ea typeface="Segoe UI"/>
                <a:cs typeface="Segoe UI"/>
              </a:defRPr>
            </a:lvl3pPr>
            <a:lvl4pPr>
              <a:defRPr sz="1950" b="0">
                <a:solidFill>
                  <a:srgbClr val="E0E8EF"/>
                </a:solidFill>
                <a:latin typeface="Segoe UI"/>
                <a:ea typeface="Segoe UI"/>
                <a:cs typeface="Segoe UI"/>
              </a:defRPr>
            </a:lvl4pPr>
            <a:lvl5pPr>
              <a:defRPr sz="1950" b="0">
                <a:solidFill>
                  <a:srgbClr val="E0E8EF"/>
                </a:solidFill>
                <a:latin typeface="Segoe UI"/>
                <a:ea typeface="Segoe UI"/>
                <a:cs typeface="Segoe UI"/>
              </a:defRPr>
            </a:lvl5pPr>
            <a:lvl6pPr>
              <a:defRPr sz="1950" b="0">
                <a:solidFill>
                  <a:srgbClr val="E0E8EF"/>
                </a:solidFill>
                <a:latin typeface="Segoe UI"/>
                <a:ea typeface="Segoe UI"/>
                <a:cs typeface="Segoe UI"/>
              </a:defRPr>
            </a:lvl6pPr>
            <a:lvl7pPr>
              <a:defRPr sz="1950" b="0">
                <a:solidFill>
                  <a:srgbClr val="E0E8EF"/>
                </a:solidFill>
                <a:latin typeface="Segoe UI"/>
                <a:ea typeface="Segoe UI"/>
                <a:cs typeface="Segoe UI"/>
              </a:defRPr>
            </a:lvl7pPr>
            <a:lvl8pPr>
              <a:defRPr sz="1950" b="0">
                <a:solidFill>
                  <a:srgbClr val="E0E8EF"/>
                </a:solidFill>
                <a:latin typeface="Segoe UI"/>
                <a:ea typeface="Segoe UI"/>
                <a:cs typeface="Segoe UI"/>
              </a:defRPr>
            </a:lvl8pPr>
            <a:lvl9pPr>
              <a:defRPr sz="1950" b="0">
                <a:solidFill>
                  <a:srgbClr val="E0E8EF"/>
                </a:solidFill>
                <a:latin typeface="Segoe UI"/>
                <a:ea typeface="Segoe UI"/>
                <a:cs typeface="Segoe UI"/>
              </a:defRPr>
            </a:lvl9pPr>
          </a:lstStyle>
          <a:p xmlns:a="http://schemas.openxmlformats.org/drawingml/2006/main">
            <a:pPr>
              <a:defRPr sz="1950" b="0">
                <a:solidFill>
                  <a:srgbClr val="E0E8EF"/>
                </a:solidFill>
                <a:latin typeface="Segoe UI"/>
                <a:ea typeface="Segoe UI"/>
                <a:cs typeface="Segoe UI"/>
              </a:defRPr>
            </a:pPr>
            <a:r>
              <a:rPr sz="1950" b="0">
                <a:solidFill>
                  <a:srgbClr val="E0E8EF"/>
                </a:solidFill>
                <a:latin typeface="Segoe UI"/>
                <a:ea typeface="Segoe UI"/>
                <a:cs typeface="Segoe UI"/>
              </a:rPr>
              <a:t>Fictional ownership. Heuristic events and scores.</a:t>
            </a:r>
          </a:p>
          <a:p xmlns:a="http://schemas.openxmlformats.org/drawingml/2006/main">
            <a:pPr>
              <a:defRPr sz="1950" b="0">
                <a:solidFill>
                  <a:srgbClr val="E0E8EF"/>
                </a:solidFill>
                <a:latin typeface="Segoe UI"/>
                <a:ea typeface="Segoe UI"/>
                <a:cs typeface="Segoe UI"/>
              </a:defRPr>
            </a:pPr>
            <a:r>
              <a:rPr sz="1950" b="0">
                <a:solidFill>
                  <a:srgbClr val="E0E8EF"/>
                </a:solidFill>
                <a:latin typeface="Segoe UI"/>
                <a:ea typeface="Segoe UI"/>
                <a:cs typeface="Segoe UI"/>
              </a:rPr>
              <a:t>Human verification before action.</a:t>
            </a:r>
          </a:p>
          <a:p xmlns:a="http://schemas.openxmlformats.org/drawingml/2006/main">
            <a:pPr>
              <a:defRPr sz="1950" b="0">
                <a:solidFill>
                  <a:srgbClr val="E0E8EF"/>
                </a:solidFill>
                <a:latin typeface="Segoe UI"/>
                <a:ea typeface="Segoe UI"/>
                <a:cs typeface="Segoe UI"/>
              </a:defRPr>
            </a:pPr>
            <a:r>
              <a:rPr sz="1950" b="0">
                <a:solidFill>
                  <a:srgbClr val="E0E8EF"/>
                </a:solidFill>
                <a:latin typeface="Segoe UI"/>
                <a:ea typeface="Segoe UI"/>
                <a:cs typeface="Segoe UI"/>
              </a:rPr>
              <a:t>Next: a customer pilot with access controls and sensitive-data handling.</a:t>
            </a:r>
          </a:p>
        </p:txBody>
      </p:sp>
    </p:spTree>
    <p:extLst>
      <p:ext uri="{BB962C8B-B14F-4D97-AF65-F5344CB8AC3E}">
        <p14:creationId xmlns:p14="http://schemas.microsoft.com/office/powerpoint/2010/main" val="40221735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Appendix: discoverable tool design">
            <a:extLst xmlns:a="http://schemas.openxmlformats.org/drawingml/2006/main">
              <a:ext uri="{FF2B5EF4-FFF2-40B4-BE49-F238E27FC236}">
                <a16:creationId xmlns:a16="http://schemas.microsoft.com/office/drawing/2014/main" id="{96AA2B88-10F6-492F-8883-DAB922589063}"/>
              </a:ext>
            </a:extLst>
          </p:cNvPr>
          <p:cNvSpPr>
            <a:spLocks xmlns:a="http://schemas.openxmlformats.org/drawingml/2006/main" noGrp="1"/>
          </p:cNvSpPr>
          <p:nvPr/>
        </p:nvSpPr>
        <p:spPr>
          <a:xfrm xmlns:a="http://schemas.openxmlformats.org/drawingml/2006/main">
            <a:off x="609600" y="466725"/>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83E"/>
                </a:solidFill>
                <a:latin typeface="Segoe UI"/>
                <a:ea typeface="Segoe UI"/>
                <a:cs typeface="Segoe UI"/>
              </a:defRPr>
            </a:defPPr>
            <a:lvl1pPr>
              <a:defRPr sz="3300" b="1">
                <a:solidFill>
                  <a:srgbClr val="15283E"/>
                </a:solidFill>
                <a:latin typeface="Segoe UI"/>
                <a:ea typeface="Segoe UI"/>
                <a:cs typeface="Segoe UI"/>
              </a:defRPr>
            </a:lvl1pPr>
            <a:lvl2pPr>
              <a:defRPr sz="3300" b="1">
                <a:solidFill>
                  <a:srgbClr val="15283E"/>
                </a:solidFill>
                <a:latin typeface="Segoe UI"/>
                <a:ea typeface="Segoe UI"/>
                <a:cs typeface="Segoe UI"/>
              </a:defRPr>
            </a:lvl2pPr>
            <a:lvl3pPr>
              <a:defRPr sz="3300" b="1">
                <a:solidFill>
                  <a:srgbClr val="15283E"/>
                </a:solidFill>
                <a:latin typeface="Segoe UI"/>
                <a:ea typeface="Segoe UI"/>
                <a:cs typeface="Segoe UI"/>
              </a:defRPr>
            </a:lvl3pPr>
            <a:lvl4pPr>
              <a:defRPr sz="3300" b="1">
                <a:solidFill>
                  <a:srgbClr val="15283E"/>
                </a:solidFill>
                <a:latin typeface="Segoe UI"/>
                <a:ea typeface="Segoe UI"/>
                <a:cs typeface="Segoe UI"/>
              </a:defRPr>
            </a:lvl4pPr>
            <a:lvl5pPr>
              <a:defRPr sz="3300" b="1">
                <a:solidFill>
                  <a:srgbClr val="15283E"/>
                </a:solidFill>
                <a:latin typeface="Segoe UI"/>
                <a:ea typeface="Segoe UI"/>
                <a:cs typeface="Segoe UI"/>
              </a:defRPr>
            </a:lvl5pPr>
            <a:lvl6pPr>
              <a:defRPr sz="3300" b="1">
                <a:solidFill>
                  <a:srgbClr val="15283E"/>
                </a:solidFill>
                <a:latin typeface="Segoe UI"/>
                <a:ea typeface="Segoe UI"/>
                <a:cs typeface="Segoe UI"/>
              </a:defRPr>
            </a:lvl6pPr>
            <a:lvl7pPr>
              <a:defRPr sz="3300" b="1">
                <a:solidFill>
                  <a:srgbClr val="15283E"/>
                </a:solidFill>
                <a:latin typeface="Segoe UI"/>
                <a:ea typeface="Segoe UI"/>
                <a:cs typeface="Segoe UI"/>
              </a:defRPr>
            </a:lvl7pPr>
            <a:lvl8pPr>
              <a:defRPr sz="3300" b="1">
                <a:solidFill>
                  <a:srgbClr val="15283E"/>
                </a:solidFill>
                <a:latin typeface="Segoe UI"/>
                <a:ea typeface="Segoe UI"/>
                <a:cs typeface="Segoe UI"/>
              </a:defRPr>
            </a:lvl8pPr>
            <a:lvl9pPr>
              <a:defRPr sz="3300" b="1">
                <a:solidFill>
                  <a:srgbClr val="15283E"/>
                </a:solidFill>
                <a:latin typeface="Segoe UI"/>
                <a:ea typeface="Segoe UI"/>
                <a:cs typeface="Segoe UI"/>
              </a:defRPr>
            </a:lvl9pPr>
          </a:lstStyle>
          <a:p xmlns:a="http://schemas.openxmlformats.org/drawingml/2006/main">
            <a:pPr>
              <a:defRPr sz="3300" b="1">
                <a:solidFill>
                  <a:srgbClr val="15283E"/>
                </a:solidFill>
                <a:latin typeface="Segoe UI"/>
                <a:ea typeface="Segoe UI"/>
                <a:cs typeface="Segoe UI"/>
              </a:defRPr>
            </a:pPr>
            <a:r>
              <a:rPr sz="3300" b="1">
                <a:solidFill>
                  <a:srgbClr val="15283E"/>
                </a:solidFill>
                <a:latin typeface="Segoe UI"/>
                <a:ea typeface="Segoe UI"/>
                <a:cs typeface="Segoe UI"/>
              </a:rPr>
              <a:t>Appendix: discoverable tool design</a:t>
            </a:r>
          </a:p>
        </p:txBody>
      </p:sp>
      <p:sp>
        <p:nvSpPr>
          <p:cNvPr id="2" name="Inputs are validated. Outputs retain executed SQL, data">
            <a:extLst xmlns:a="http://schemas.openxmlformats.org/drawingml/2006/main">
              <a:ext uri="{FF2B5EF4-FFF2-40B4-BE49-F238E27FC236}">
                <a16:creationId xmlns:a16="http://schemas.microsoft.com/office/drawing/2014/main" id="{4205AABB-570B-4CA2-8F8B-102A8F6F6A66}"/>
              </a:ext>
            </a:extLst>
          </p:cNvPr>
          <p:cNvSpPr>
            <a:spLocks xmlns:a="http://schemas.openxmlformats.org/drawingml/2006/main" noGrp="1"/>
          </p:cNvSpPr>
          <p:nvPr/>
        </p:nvSpPr>
        <p:spPr>
          <a:xfrm xmlns:a="http://schemas.openxmlformats.org/drawingml/2006/main">
            <a:off x="609600" y="630555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73"/>
                </a:solidFill>
                <a:latin typeface="Segoe UI"/>
                <a:ea typeface="Segoe UI"/>
                <a:cs typeface="Segoe UI"/>
              </a:defRPr>
            </a:defPPr>
            <a:lvl1pPr>
              <a:defRPr sz="1050" b="0">
                <a:solidFill>
                  <a:srgbClr val="526173"/>
                </a:solidFill>
                <a:latin typeface="Segoe UI"/>
                <a:ea typeface="Segoe UI"/>
                <a:cs typeface="Segoe UI"/>
              </a:defRPr>
            </a:lvl1pPr>
            <a:lvl2pPr>
              <a:defRPr sz="1050" b="0">
                <a:solidFill>
                  <a:srgbClr val="526173"/>
                </a:solidFill>
                <a:latin typeface="Segoe UI"/>
                <a:ea typeface="Segoe UI"/>
                <a:cs typeface="Segoe UI"/>
              </a:defRPr>
            </a:lvl2pPr>
            <a:lvl3pPr>
              <a:defRPr sz="1050" b="0">
                <a:solidFill>
                  <a:srgbClr val="526173"/>
                </a:solidFill>
                <a:latin typeface="Segoe UI"/>
                <a:ea typeface="Segoe UI"/>
                <a:cs typeface="Segoe UI"/>
              </a:defRPr>
            </a:lvl3pPr>
            <a:lvl4pPr>
              <a:defRPr sz="1050" b="0">
                <a:solidFill>
                  <a:srgbClr val="526173"/>
                </a:solidFill>
                <a:latin typeface="Segoe UI"/>
                <a:ea typeface="Segoe UI"/>
                <a:cs typeface="Segoe UI"/>
              </a:defRPr>
            </a:lvl4pPr>
            <a:lvl5pPr>
              <a:defRPr sz="1050" b="0">
                <a:solidFill>
                  <a:srgbClr val="526173"/>
                </a:solidFill>
                <a:latin typeface="Segoe UI"/>
                <a:ea typeface="Segoe UI"/>
                <a:cs typeface="Segoe UI"/>
              </a:defRPr>
            </a:lvl5pPr>
            <a:lvl6pPr>
              <a:defRPr sz="1050" b="0">
                <a:solidFill>
                  <a:srgbClr val="526173"/>
                </a:solidFill>
                <a:latin typeface="Segoe UI"/>
                <a:ea typeface="Segoe UI"/>
                <a:cs typeface="Segoe UI"/>
              </a:defRPr>
            </a:lvl6pPr>
            <a:lvl7pPr>
              <a:defRPr sz="1050" b="0">
                <a:solidFill>
                  <a:srgbClr val="526173"/>
                </a:solidFill>
                <a:latin typeface="Segoe UI"/>
                <a:ea typeface="Segoe UI"/>
                <a:cs typeface="Segoe UI"/>
              </a:defRPr>
            </a:lvl7pPr>
            <a:lvl8pPr>
              <a:defRPr sz="1050" b="0">
                <a:solidFill>
                  <a:srgbClr val="526173"/>
                </a:solidFill>
                <a:latin typeface="Segoe UI"/>
                <a:ea typeface="Segoe UI"/>
                <a:cs typeface="Segoe UI"/>
              </a:defRPr>
            </a:lvl8pPr>
            <a:lvl9pPr>
              <a:defRPr sz="1050" b="0">
                <a:solidFill>
                  <a:srgbClr val="526173"/>
                </a:solidFill>
                <a:latin typeface="Segoe UI"/>
                <a:ea typeface="Segoe UI"/>
                <a:cs typeface="Segoe UI"/>
              </a:defRPr>
            </a:lvl9pPr>
          </a:lstStyle>
          <a:p xmlns:a="http://schemas.openxmlformats.org/drawingml/2006/main">
            <a:pPr>
              <a:defRPr sz="1050" b="0">
                <a:solidFill>
                  <a:srgbClr val="526173"/>
                </a:solidFill>
                <a:latin typeface="Segoe UI"/>
                <a:ea typeface="Segoe UI"/>
                <a:cs typeface="Segoe UI"/>
              </a:defRPr>
            </a:pPr>
            <a:r>
              <a:rPr sz="1050" b="0">
                <a:solidFill>
                  <a:srgbClr val="526173"/>
                </a:solidFill>
                <a:latin typeface="Segoe UI"/>
                <a:ea typeface="Segoe UI"/>
                <a:cs typeface="Segoe UI"/>
              </a:rPr>
              <a:t>Inputs are validated. Outputs retain executed SQL, data, scope and explicit truncation. No arbitrary SQL tool.</a:t>
            </a:r>
          </a:p>
        </p:txBody>
      </p:sp>
      <p:sp>
        <p:nvSpPr>
          <p:cNvPr id="3" name="09">
            <a:extLst xmlns:a="http://schemas.openxmlformats.org/drawingml/2006/main">
              <a:ext uri="{FF2B5EF4-FFF2-40B4-BE49-F238E27FC236}">
                <a16:creationId xmlns:a16="http://schemas.microsoft.com/office/drawing/2014/main" id="{C9191C86-BE27-4556-91F7-9BED8DBFF0B8}"/>
              </a:ext>
            </a:extLst>
          </p:cNvPr>
          <p:cNvSpPr>
            <a:spLocks xmlns:a="http://schemas.openxmlformats.org/drawingml/2006/main" noGrp="1"/>
          </p:cNvSpPr>
          <p:nvPr/>
        </p:nvSpPr>
        <p:spPr>
          <a:xfrm xmlns:a="http://schemas.openxmlformats.org/drawingml/2006/main">
            <a:off x="11125200" y="63246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173"/>
                </a:solidFill>
                <a:latin typeface="Segoe UI"/>
                <a:ea typeface="Segoe UI"/>
                <a:cs typeface="Segoe UI"/>
              </a:defRPr>
            </a:defPPr>
            <a:lvl1pPr>
              <a:defRPr sz="1125" b="0">
                <a:solidFill>
                  <a:srgbClr val="526173"/>
                </a:solidFill>
                <a:latin typeface="Segoe UI"/>
                <a:ea typeface="Segoe UI"/>
                <a:cs typeface="Segoe UI"/>
              </a:defRPr>
            </a:lvl1pPr>
            <a:lvl2pPr>
              <a:defRPr sz="1125" b="0">
                <a:solidFill>
                  <a:srgbClr val="526173"/>
                </a:solidFill>
                <a:latin typeface="Segoe UI"/>
                <a:ea typeface="Segoe UI"/>
                <a:cs typeface="Segoe UI"/>
              </a:defRPr>
            </a:lvl2pPr>
            <a:lvl3pPr>
              <a:defRPr sz="1125" b="0">
                <a:solidFill>
                  <a:srgbClr val="526173"/>
                </a:solidFill>
                <a:latin typeface="Segoe UI"/>
                <a:ea typeface="Segoe UI"/>
                <a:cs typeface="Segoe UI"/>
              </a:defRPr>
            </a:lvl3pPr>
            <a:lvl4pPr>
              <a:defRPr sz="1125" b="0">
                <a:solidFill>
                  <a:srgbClr val="526173"/>
                </a:solidFill>
                <a:latin typeface="Segoe UI"/>
                <a:ea typeface="Segoe UI"/>
                <a:cs typeface="Segoe UI"/>
              </a:defRPr>
            </a:lvl4pPr>
            <a:lvl5pPr>
              <a:defRPr sz="1125" b="0">
                <a:solidFill>
                  <a:srgbClr val="526173"/>
                </a:solidFill>
                <a:latin typeface="Segoe UI"/>
                <a:ea typeface="Segoe UI"/>
                <a:cs typeface="Segoe UI"/>
              </a:defRPr>
            </a:lvl5pPr>
            <a:lvl6pPr>
              <a:defRPr sz="1125" b="0">
                <a:solidFill>
                  <a:srgbClr val="526173"/>
                </a:solidFill>
                <a:latin typeface="Segoe UI"/>
                <a:ea typeface="Segoe UI"/>
                <a:cs typeface="Segoe UI"/>
              </a:defRPr>
            </a:lvl6pPr>
            <a:lvl7pPr>
              <a:defRPr sz="1125" b="0">
                <a:solidFill>
                  <a:srgbClr val="526173"/>
                </a:solidFill>
                <a:latin typeface="Segoe UI"/>
                <a:ea typeface="Segoe UI"/>
                <a:cs typeface="Segoe UI"/>
              </a:defRPr>
            </a:lvl7pPr>
            <a:lvl8pPr>
              <a:defRPr sz="1125" b="0">
                <a:solidFill>
                  <a:srgbClr val="526173"/>
                </a:solidFill>
                <a:latin typeface="Segoe UI"/>
                <a:ea typeface="Segoe UI"/>
                <a:cs typeface="Segoe UI"/>
              </a:defRPr>
            </a:lvl8pPr>
            <a:lvl9pPr>
              <a:defRPr sz="1125" b="0">
                <a:solidFill>
                  <a:srgbClr val="526173"/>
                </a:solidFill>
                <a:latin typeface="Segoe UI"/>
                <a:ea typeface="Segoe UI"/>
                <a:cs typeface="Segoe UI"/>
              </a:defRPr>
            </a:lvl9pPr>
          </a:lstStyle>
          <a:p xmlns:a="http://schemas.openxmlformats.org/drawingml/2006/main">
            <a:pPr>
              <a:defRPr sz="1125" b="0">
                <a:solidFill>
                  <a:srgbClr val="526173"/>
                </a:solidFill>
                <a:latin typeface="Segoe UI"/>
                <a:ea typeface="Segoe UI"/>
                <a:cs typeface="Segoe UI"/>
              </a:defRPr>
            </a:pPr>
            <a:r>
              <a:rPr sz="1125" b="0">
                <a:solidFill>
                  <a:srgbClr val="526173"/>
                </a:solidFill>
                <a:latin typeface="Segoe UI"/>
                <a:ea typeface="Segoe UI"/>
                <a:cs typeface="Segoe UI"/>
              </a:rPr>
              <a:t>09</a:t>
            </a:r>
          </a:p>
        </p:txBody>
      </p:sp>
      <p:graphicFrame>
        <p:nvGraphicFramePr>
          <p:cNvPr id="4" name="">
            <a:extLst xmlns:a="http://schemas.openxmlformats.org/drawingml/2006/main">
              <a:ext uri="{FF2B5EF4-FFF2-40B4-BE49-F238E27FC236}">
                <a16:creationId xmlns:a16="http://schemas.microsoft.com/office/drawing/2014/main" id="{69CA9DEB-697B-41AF-9532-1D7BDBA4AF9E}"/>
              </a:ext>
            </a:extLst>
          </p:cNvPr>
          <p:cNvGraphicFramePr/>
          <p:nvPr/>
        </p:nvGraphicFramePr>
        <p:xfrm>
          <a:off xmlns:a="http://schemas.openxmlformats.org/drawingml/2006/main" x="609600" y="1695450"/>
          <a:ext xmlns:a="http://schemas.openxmlformats.org/drawingml/2006/main" cx="10953750" cy="4114800"/>
        </p:xfrm>
        <a:graphic xmlns:a="http://schemas.openxmlformats.org/drawingml/2006/main">
          <a:graphicData uri="http://schemas.openxmlformats.org/drawingml/2006/table">
            <a:tbl>
              <a:tblPr/>
              <a:tblGrid>
                <a:gridCol w="3238500"/>
                <a:gridCol w="3762375"/>
                <a:gridCol w="3952875"/>
              </a:tblGrid>
              <a:tr h="514350">
                <a:tc>
                  <a:txBody>
                    <a:bodyPr lIns="114300" tIns="114300" rIns="114300" bIns="114300"/>
                    <a:lstStyle/>
                    <a:p>
                      <a:r>
                        <a:rPr sz="1500" b="1">
                          <a:solidFill>
                            <a:srgbClr val="FFFFFF"/>
                          </a:solidFill>
                          <a:latin typeface="Segoe UI"/>
                          <a:ea typeface="Segoe UI"/>
                          <a:cs typeface="Segoe UI"/>
                        </a:rPr>
                        <a:t>Role / tool</a:t>
                      </a:r>
                    </a:p>
                  </a:txBody>
                  <a:tcPr marL="91440" marR="91440" marT="45720" marB="45720" anchor="ctr">
                    <a:lnL w="9525">
                      <a:solidFill>
                        <a:srgbClr val="D5E1E5"/>
                      </a:solidFill>
                      <a:prstDash val="solid"/>
                    </a:lnL>
                    <a:lnR w="9525">
                      <a:solidFill>
                        <a:srgbClr val="D5E1E5"/>
                      </a:solidFill>
                      <a:prstDash val="solid"/>
                    </a:lnR>
                    <a:lnT w="9525">
                      <a:solidFill>
                        <a:srgbClr val="D5E1E5"/>
                      </a:solidFill>
                      <a:prstDash val="solid"/>
                    </a:lnT>
                    <a:lnB w="9525">
                      <a:solidFill>
                        <a:srgbClr val="D5E1E5"/>
                      </a:solidFill>
                      <a:prstDash val="solid"/>
                    </a:lnB>
                    <a:solidFill>
                      <a:srgbClr val="101E30"/>
                    </a:solidFill>
                  </a:tcPr>
                </a:tc>
                <a:tc>
                  <a:txBody>
                    <a:bodyPr lIns="114300" tIns="114300" rIns="114300" bIns="114300"/>
                    <a:lstStyle/>
                    <a:p>
                      <a:r>
                        <a:rPr sz="1500" b="1">
                          <a:solidFill>
                            <a:srgbClr val="FFFFFF"/>
                          </a:solidFill>
                          <a:latin typeface="Segoe UI"/>
                          <a:ea typeface="Segoe UI"/>
                          <a:cs typeface="Segoe UI"/>
                        </a:rPr>
                        <a:t>Key inputs</a:t>
                      </a:r>
                    </a:p>
                  </a:txBody>
                  <a:tcPr marL="91440" marR="91440" marT="45720" marB="45720" anchor="ctr">
                    <a:lnR w="9525">
                      <a:solidFill>
                        <a:srgbClr val="D5E1E5"/>
                      </a:solidFill>
                      <a:prstDash val="solid"/>
                    </a:lnR>
                    <a:lnT w="9525">
                      <a:solidFill>
                        <a:srgbClr val="D5E1E5"/>
                      </a:solidFill>
                      <a:prstDash val="solid"/>
                    </a:lnT>
                    <a:lnB w="9525">
                      <a:solidFill>
                        <a:srgbClr val="D5E1E5"/>
                      </a:solidFill>
                      <a:prstDash val="solid"/>
                    </a:lnB>
                    <a:solidFill>
                      <a:srgbClr val="101E30"/>
                    </a:solidFill>
                  </a:tcPr>
                </a:tc>
                <a:tc>
                  <a:txBody>
                    <a:bodyPr lIns="114300" tIns="114300" rIns="114300" bIns="114300"/>
                    <a:lstStyle/>
                    <a:p>
                      <a:r>
                        <a:rPr sz="1500" b="1">
                          <a:solidFill>
                            <a:srgbClr val="FFFFFF"/>
                          </a:solidFill>
                          <a:latin typeface="Segoe UI"/>
                          <a:ea typeface="Segoe UI"/>
                          <a:cs typeface="Segoe UI"/>
                        </a:rPr>
                        <a:t>Result</a:t>
                      </a:r>
                    </a:p>
                  </a:txBody>
                  <a:tcPr marL="91440" marR="91440" marT="45720" marB="45720" anchor="ctr">
                    <a:lnR w="9525">
                      <a:solidFill>
                        <a:srgbClr val="D5E1E5"/>
                      </a:solidFill>
                      <a:prstDash val="solid"/>
                    </a:lnR>
                    <a:lnT w="9525">
                      <a:solidFill>
                        <a:srgbClr val="D5E1E5"/>
                      </a:solidFill>
                      <a:prstDash val="solid"/>
                    </a:lnT>
                    <a:lnB w="9525">
                      <a:solidFill>
                        <a:srgbClr val="D5E1E5"/>
                      </a:solidFill>
                      <a:prstDash val="solid"/>
                    </a:lnB>
                    <a:solidFill>
                      <a:srgbClr val="101E30"/>
                    </a:solidFill>
                  </a:tcPr>
                </a:tc>
              </a:tr>
              <a:tr h="514350">
                <a:tc>
                  <a:txBody>
                    <a:bodyPr lIns="114300" tIns="114300" rIns="114300" bIns="114300"/>
                    <a:lstStyle/>
                    <a:p>
                      <a:r>
                        <a:rPr sz="1500" b="0">
                          <a:solidFill>
                            <a:srgbClr val="15283E"/>
                          </a:solidFill>
                          <a:latin typeface="Segoe UI"/>
                          <a:ea typeface="Segoe UI"/>
                          <a:cs typeface="Segoe UI"/>
                        </a:rPr>
                        <a:t>All: corpus_overview</a:t>
                      </a:r>
                    </a:p>
                  </a:txBody>
                  <a:tcPr marL="91440" marR="91440" marT="45720" marB="45720" anchor="ctr">
                    <a:lnL w="9525">
                      <a:solidFill>
                        <a:srgbClr val="D5E1E5"/>
                      </a:solidFill>
                      <a:prstDash val="solid"/>
                    </a:lnL>
                    <a:lnR w="9525">
                      <a:solidFill>
                        <a:srgbClr val="D5E1E5"/>
                      </a:solidFill>
                      <a:prstDash val="solid"/>
                    </a:lnR>
                    <a:lnB w="9525">
                      <a:solidFill>
                        <a:srgbClr val="D5E1E5"/>
                      </a:solidFill>
                      <a:prstDash val="solid"/>
                    </a:lnB>
                    <a:solidFill>
                      <a:srgbClr val="F1F7F8"/>
                    </a:solidFill>
                  </a:tcPr>
                </a:tc>
                <a:tc>
                  <a:txBody>
                    <a:bodyPr lIns="114300" tIns="114300" rIns="114300" bIns="114300"/>
                    <a:lstStyle/>
                    <a:p>
                      <a:r>
                        <a:rPr sz="1500" b="0">
                          <a:solidFill>
                            <a:srgbClr val="15283E"/>
                          </a:solidFill>
                          <a:latin typeface="Segoe UI"/>
                          <a:ea typeface="Segoe UI"/>
                          <a:cs typeface="Segoe UI"/>
                        </a:rPr>
                        <a:t>none</a:t>
                      </a:r>
                    </a:p>
                  </a:txBody>
                  <a:tcPr marL="91440" marR="91440" marT="45720" marB="45720" anchor="ctr">
                    <a:lnR w="9525">
                      <a:solidFill>
                        <a:srgbClr val="D5E1E5"/>
                      </a:solidFill>
                      <a:prstDash val="solid"/>
                    </a:lnR>
                    <a:lnB w="9525">
                      <a:solidFill>
                        <a:srgbClr val="D5E1E5"/>
                      </a:solidFill>
                      <a:prstDash val="solid"/>
                    </a:lnB>
                    <a:solidFill>
                      <a:srgbClr val="F1F7F8"/>
                    </a:solidFill>
                  </a:tcPr>
                </a:tc>
                <a:tc>
                  <a:txBody>
                    <a:bodyPr lIns="114300" tIns="114300" rIns="114300" bIns="114300"/>
                    <a:lstStyle/>
                    <a:p>
                      <a:r>
                        <a:rPr sz="1500" b="0">
                          <a:solidFill>
                            <a:srgbClr val="15283E"/>
                          </a:solidFill>
                          <a:latin typeface="Segoe UI"/>
                          <a:ea typeface="Segoe UI"/>
                          <a:cs typeface="Segoe UI"/>
                        </a:rPr>
                        <a:t>Dataset / team counts and dates</a:t>
                      </a:r>
                    </a:p>
                  </a:txBody>
                  <a:tcPr marL="91440" marR="91440" marT="45720" marB="45720" anchor="ctr">
                    <a:lnR w="9525">
                      <a:solidFill>
                        <a:srgbClr val="D5E1E5"/>
                      </a:solidFill>
                      <a:prstDash val="solid"/>
                    </a:lnR>
                    <a:lnB w="9525">
                      <a:solidFill>
                        <a:srgbClr val="D5E1E5"/>
                      </a:solidFill>
                      <a:prstDash val="solid"/>
                    </a:lnB>
                    <a:solidFill>
                      <a:srgbClr val="F1F7F8"/>
                    </a:solidFill>
                  </a:tcPr>
                </a:tc>
              </a:tr>
              <a:tr h="514350">
                <a:tc>
                  <a:txBody>
                    <a:bodyPr lIns="114300" tIns="114300" rIns="114300" bIns="114300"/>
                    <a:lstStyle/>
                    <a:p>
                      <a:r>
                        <a:rPr sz="1500" b="0">
                          <a:solidFill>
                            <a:srgbClr val="15283E"/>
                          </a:solidFill>
                          <a:latin typeface="Segoe UI"/>
                          <a:ea typeface="Segoe UI"/>
                          <a:cs typeface="Segoe UI"/>
                        </a:rPr>
                        <a:t>Engineer: search_logs</a:t>
                      </a:r>
                    </a:p>
                  </a:txBody>
                  <a:tcPr marL="91440" marR="91440" marT="45720" marB="45720" anchor="ctr">
                    <a:lnL w="9525">
                      <a:solidFill>
                        <a:srgbClr val="D5E1E5"/>
                      </a:solidFill>
                      <a:prstDash val="solid"/>
                    </a:lnL>
                    <a:lnR w="9525">
                      <a:solidFill>
                        <a:srgbClr val="D5E1E5"/>
                      </a:solidFill>
                      <a:prstDash val="solid"/>
                    </a:lnR>
                    <a:lnB w="9525">
                      <a:solidFill>
                        <a:srgbClr val="D5E1E5"/>
                      </a:solidFill>
                      <a:prstDash val="solid"/>
                    </a:lnB>
                    <a:solidFill>
                      <a:srgbClr val="FFFFFF"/>
                    </a:solidFill>
                  </a:tcPr>
                </a:tc>
                <a:tc>
                  <a:txBody>
                    <a:bodyPr lIns="114300" tIns="114300" rIns="114300" bIns="114300"/>
                    <a:lstStyle/>
                    <a:p>
                      <a:r>
                        <a:rPr sz="1500" b="0">
                          <a:solidFill>
                            <a:srgbClr val="15283E"/>
                          </a:solidFill>
                          <a:latin typeface="Segoe UI"/>
                          <a:ea typeface="Segoe UI"/>
                          <a:cs typeface="Segoe UI"/>
                        </a:rPr>
                        <a:t>query, dataset, team, dates, limit</a:t>
                      </a:r>
                    </a:p>
                  </a:txBody>
                  <a:tcPr marL="91440" marR="91440" marT="45720" marB="45720" anchor="ctr">
                    <a:lnR w="9525">
                      <a:solidFill>
                        <a:srgbClr val="D5E1E5"/>
                      </a:solidFill>
                      <a:prstDash val="solid"/>
                    </a:lnR>
                    <a:lnB w="9525">
                      <a:solidFill>
                        <a:srgbClr val="D5E1E5"/>
                      </a:solidFill>
                      <a:prstDash val="solid"/>
                    </a:lnB>
                    <a:solidFill>
                      <a:srgbClr val="FFFFFF"/>
                    </a:solidFill>
                  </a:tcPr>
                </a:tc>
                <a:tc>
                  <a:txBody>
                    <a:bodyPr lIns="114300" tIns="114300" rIns="114300" bIns="114300"/>
                    <a:lstStyle/>
                    <a:p>
                      <a:r>
                        <a:rPr sz="1500" b="0">
                          <a:solidFill>
                            <a:srgbClr val="15283E"/>
                          </a:solidFill>
                          <a:latin typeface="Segoe UI"/>
                          <a:ea typeface="Segoe UI"/>
                          <a:cs typeface="Segoe UI"/>
                        </a:rPr>
                        <a:t>Matching logs + full-count statistics</a:t>
                      </a:r>
                    </a:p>
                  </a:txBody>
                  <a:tcPr marL="91440" marR="91440" marT="45720" marB="45720" anchor="ctr">
                    <a:lnR w="9525">
                      <a:solidFill>
                        <a:srgbClr val="D5E1E5"/>
                      </a:solidFill>
                      <a:prstDash val="solid"/>
                    </a:lnR>
                    <a:lnB w="9525">
                      <a:solidFill>
                        <a:srgbClr val="D5E1E5"/>
                      </a:solidFill>
                      <a:prstDash val="solid"/>
                    </a:lnB>
                    <a:solidFill>
                      <a:srgbClr val="FFFFFF"/>
                    </a:solidFill>
                  </a:tcPr>
                </a:tc>
              </a:tr>
              <a:tr h="514350">
                <a:tc>
                  <a:txBody>
                    <a:bodyPr lIns="114300" tIns="114300" rIns="114300" bIns="114300"/>
                    <a:lstStyle/>
                    <a:p>
                      <a:r>
                        <a:rPr sz="1500" b="0">
                          <a:solidFill>
                            <a:srgbClr val="15283E"/>
                          </a:solidFill>
                          <a:latin typeface="Segoe UI"/>
                          <a:ea typeface="Segoe UI"/>
                          <a:cs typeface="Segoe UI"/>
                        </a:rPr>
                        <a:t>Engineer: get_context</a:t>
                      </a:r>
                    </a:p>
                  </a:txBody>
                  <a:tcPr marL="91440" marR="91440" marT="45720" marB="45720" anchor="ctr">
                    <a:lnL w="9525">
                      <a:solidFill>
                        <a:srgbClr val="D5E1E5"/>
                      </a:solidFill>
                      <a:prstDash val="solid"/>
                    </a:lnL>
                    <a:lnR w="9525">
                      <a:solidFill>
                        <a:srgbClr val="D5E1E5"/>
                      </a:solidFill>
                      <a:prstDash val="solid"/>
                    </a:lnR>
                    <a:lnB w="9525">
                      <a:solidFill>
                        <a:srgbClr val="D5E1E5"/>
                      </a:solidFill>
                      <a:prstDash val="solid"/>
                    </a:lnB>
                    <a:solidFill>
                      <a:srgbClr val="F1F7F8"/>
                    </a:solidFill>
                  </a:tcPr>
                </a:tc>
                <a:tc>
                  <a:txBody>
                    <a:bodyPr lIns="114300" tIns="114300" rIns="114300" bIns="114300"/>
                    <a:lstStyle/>
                    <a:p>
                      <a:r>
                        <a:rPr sz="1500" b="0">
                          <a:solidFill>
                            <a:srgbClr val="15283E"/>
                          </a:solidFill>
                          <a:latin typeface="Segoe UI"/>
                          <a:ea typeface="Segoe UI"/>
                          <a:cs typeface="Segoe UI"/>
                        </a:rPr>
                        <a:t>log_id, window, limit</a:t>
                      </a:r>
                    </a:p>
                  </a:txBody>
                  <a:tcPr marL="91440" marR="91440" marT="45720" marB="45720" anchor="ctr">
                    <a:lnR w="9525">
                      <a:solidFill>
                        <a:srgbClr val="D5E1E5"/>
                      </a:solidFill>
                      <a:prstDash val="solid"/>
                    </a:lnR>
                    <a:lnB w="9525">
                      <a:solidFill>
                        <a:srgbClr val="D5E1E5"/>
                      </a:solidFill>
                      <a:prstDash val="solid"/>
                    </a:lnB>
                    <a:solidFill>
                      <a:srgbClr val="F1F7F8"/>
                    </a:solidFill>
                  </a:tcPr>
                </a:tc>
                <a:tc>
                  <a:txBody>
                    <a:bodyPr lIns="114300" tIns="114300" rIns="114300" bIns="114300"/>
                    <a:lstStyle/>
                    <a:p>
                      <a:r>
                        <a:rPr sz="1500" b="0">
                          <a:solidFill>
                            <a:srgbClr val="15283E"/>
                          </a:solidFill>
                          <a:latin typeface="Segoe UI"/>
                          <a:ea typeface="Segoe UI"/>
                          <a:cs typeface="Segoe UI"/>
                        </a:rPr>
                        <a:t>Request / VM / node event context</a:t>
                      </a:r>
                    </a:p>
                  </a:txBody>
                  <a:tcPr marL="91440" marR="91440" marT="45720" marB="45720" anchor="ctr">
                    <a:lnR w="9525">
                      <a:solidFill>
                        <a:srgbClr val="D5E1E5"/>
                      </a:solidFill>
                      <a:prstDash val="solid"/>
                    </a:lnR>
                    <a:lnB w="9525">
                      <a:solidFill>
                        <a:srgbClr val="D5E1E5"/>
                      </a:solidFill>
                      <a:prstDash val="solid"/>
                    </a:lnB>
                    <a:solidFill>
                      <a:srgbClr val="F1F7F8"/>
                    </a:solidFill>
                  </a:tcPr>
                </a:tc>
              </a:tr>
              <a:tr h="514350">
                <a:tc>
                  <a:txBody>
                    <a:bodyPr lIns="114300" tIns="114300" rIns="114300" bIns="114300"/>
                    <a:lstStyle/>
                    <a:p>
                      <a:r>
                        <a:rPr sz="1500" b="0">
                          <a:solidFill>
                            <a:srgbClr val="15283E"/>
                          </a:solidFill>
                          <a:latin typeface="Segoe UI"/>
                          <a:ea typeface="Segoe UI"/>
                          <a:cs typeface="Segoe UI"/>
                        </a:rPr>
                        <a:t>Engineer: vm_dauer</a:t>
                      </a:r>
                    </a:p>
                  </a:txBody>
                  <a:tcPr marL="91440" marR="91440" marT="45720" marB="45720" anchor="ctr">
                    <a:lnL w="9525">
                      <a:solidFill>
                        <a:srgbClr val="D5E1E5"/>
                      </a:solidFill>
                      <a:prstDash val="solid"/>
                    </a:lnL>
                    <a:lnR w="9525">
                      <a:solidFill>
                        <a:srgbClr val="D5E1E5"/>
                      </a:solidFill>
                      <a:prstDash val="solid"/>
                    </a:lnR>
                    <a:lnB w="9525">
                      <a:solidFill>
                        <a:srgbClr val="D5E1E5"/>
                      </a:solidFill>
                      <a:prstDash val="solid"/>
                    </a:lnB>
                    <a:solidFill>
                      <a:srgbClr val="FFFFFF"/>
                    </a:solidFill>
                  </a:tcPr>
                </a:tc>
                <a:tc>
                  <a:txBody>
                    <a:bodyPr lIns="114300" tIns="114300" rIns="114300" bIns="114300"/>
                    <a:lstStyle/>
                    <a:p>
                      <a:r>
                        <a:rPr sz="1500" b="0">
                          <a:solidFill>
                            <a:srgbClr val="15283E"/>
                          </a:solidFill>
                          <a:latin typeface="Segoe UI"/>
                          <a:ea typeface="Segoe UI"/>
                          <a:cs typeface="Segoe UI"/>
                        </a:rPr>
                        <a:t>instance_id, limit</a:t>
                      </a:r>
                    </a:p>
                  </a:txBody>
                  <a:tcPr marL="91440" marR="91440" marT="45720" marB="45720" anchor="ctr">
                    <a:lnR w="9525">
                      <a:solidFill>
                        <a:srgbClr val="D5E1E5"/>
                      </a:solidFill>
                      <a:prstDash val="solid"/>
                    </a:lnR>
                    <a:lnB w="9525">
                      <a:solidFill>
                        <a:srgbClr val="D5E1E5"/>
                      </a:solidFill>
                      <a:prstDash val="solid"/>
                    </a:lnB>
                    <a:solidFill>
                      <a:srgbClr val="FFFFFF"/>
                    </a:solidFill>
                  </a:tcPr>
                </a:tc>
                <a:tc>
                  <a:txBody>
                    <a:bodyPr lIns="114300" tIns="114300" rIns="114300" bIns="114300"/>
                    <a:lstStyle/>
                    <a:p>
                      <a:r>
                        <a:rPr sz="1500" b="0">
                          <a:solidFill>
                            <a:srgbClr val="15283E"/>
                          </a:solidFill>
                          <a:latin typeface="Segoe UI"/>
                          <a:ea typeface="Segoe UI"/>
                          <a:cs typeface="Segoe UI"/>
                        </a:rPr>
                        <a:t>Spawn observation + SQL baseline</a:t>
                      </a:r>
                    </a:p>
                  </a:txBody>
                  <a:tcPr marL="91440" marR="91440" marT="45720" marB="45720" anchor="ctr">
                    <a:lnR w="9525">
                      <a:solidFill>
                        <a:srgbClr val="D5E1E5"/>
                      </a:solidFill>
                      <a:prstDash val="solid"/>
                    </a:lnR>
                    <a:lnB w="9525">
                      <a:solidFill>
                        <a:srgbClr val="D5E1E5"/>
                      </a:solidFill>
                      <a:prstDash val="solid"/>
                    </a:lnB>
                    <a:solidFill>
                      <a:srgbClr val="FFFFFF"/>
                    </a:solidFill>
                  </a:tcPr>
                </a:tc>
              </a:tr>
              <a:tr h="514350">
                <a:tc>
                  <a:txBody>
                    <a:bodyPr lIns="114300" tIns="114300" rIns="114300" bIns="114300"/>
                    <a:lstStyle/>
                    <a:p>
                      <a:r>
                        <a:rPr sz="1500" b="0">
                          <a:solidFill>
                            <a:srgbClr val="15283E"/>
                          </a:solidFill>
                          <a:latin typeface="Segoe UI"/>
                          <a:ea typeface="Segoe UI"/>
                          <a:cs typeface="Segoe UI"/>
                        </a:rPr>
                        <a:t>Lead: top_patterns</a:t>
                      </a:r>
                    </a:p>
                  </a:txBody>
                  <a:tcPr marL="91440" marR="91440" marT="45720" marB="45720" anchor="ctr">
                    <a:lnL w="9525">
                      <a:solidFill>
                        <a:srgbClr val="D5E1E5"/>
                      </a:solidFill>
                      <a:prstDash val="solid"/>
                    </a:lnL>
                    <a:lnR w="9525">
                      <a:solidFill>
                        <a:srgbClr val="D5E1E5"/>
                      </a:solidFill>
                      <a:prstDash val="solid"/>
                    </a:lnR>
                    <a:lnB w="9525">
                      <a:solidFill>
                        <a:srgbClr val="D5E1E5"/>
                      </a:solidFill>
                      <a:prstDash val="solid"/>
                    </a:lnB>
                    <a:solidFill>
                      <a:srgbClr val="F1F7F8"/>
                    </a:solidFill>
                  </a:tcPr>
                </a:tc>
                <a:tc>
                  <a:txBody>
                    <a:bodyPr lIns="114300" tIns="114300" rIns="114300" bIns="114300"/>
                    <a:lstStyle/>
                    <a:p>
                      <a:r>
                        <a:rPr sz="1500" b="0">
                          <a:solidFill>
                            <a:srgbClr val="15283E"/>
                          </a:solidFill>
                          <a:latin typeface="Segoe UI"/>
                          <a:ea typeface="Segoe UI"/>
                          <a:cs typeface="Segoe UI"/>
                        </a:rPr>
                        <a:t>team, dataset, dates, limit</a:t>
                      </a:r>
                    </a:p>
                  </a:txBody>
                  <a:tcPr marL="91440" marR="91440" marT="45720" marB="45720" anchor="ctr">
                    <a:lnR w="9525">
                      <a:solidFill>
                        <a:srgbClr val="D5E1E5"/>
                      </a:solidFill>
                      <a:prstDash val="solid"/>
                    </a:lnR>
                    <a:lnB w="9525">
                      <a:solidFill>
                        <a:srgbClr val="D5E1E5"/>
                      </a:solidFill>
                      <a:prstDash val="solid"/>
                    </a:lnB>
                    <a:solidFill>
                      <a:srgbClr val="F1F7F8"/>
                    </a:solidFill>
                  </a:tcPr>
                </a:tc>
                <a:tc>
                  <a:txBody>
                    <a:bodyPr lIns="114300" tIns="114300" rIns="114300" bIns="114300"/>
                    <a:lstStyle/>
                    <a:p>
                      <a:r>
                        <a:rPr sz="1500" b="0">
                          <a:solidFill>
                            <a:srgbClr val="15283E"/>
                          </a:solidFill>
                          <a:latin typeface="Segoe UI"/>
                          <a:ea typeface="Segoe UI"/>
                          <a:cs typeface="Segoe UI"/>
                        </a:rPr>
                        <a:t>Template counts, events and reach</a:t>
                      </a:r>
                    </a:p>
                  </a:txBody>
                  <a:tcPr marL="91440" marR="91440" marT="45720" marB="45720" anchor="ctr">
                    <a:lnR w="9525">
                      <a:solidFill>
                        <a:srgbClr val="D5E1E5"/>
                      </a:solidFill>
                      <a:prstDash val="solid"/>
                    </a:lnR>
                    <a:lnB w="9525">
                      <a:solidFill>
                        <a:srgbClr val="D5E1E5"/>
                      </a:solidFill>
                      <a:prstDash val="solid"/>
                    </a:lnB>
                    <a:solidFill>
                      <a:srgbClr val="F1F7F8"/>
                    </a:solidFill>
                  </a:tcPr>
                </a:tc>
              </a:tr>
              <a:tr h="514350">
                <a:tc>
                  <a:txBody>
                    <a:bodyPr lIns="114300" tIns="114300" rIns="114300" bIns="114300"/>
                    <a:lstStyle/>
                    <a:p>
                      <a:r>
                        <a:rPr sz="1500" b="0">
                          <a:solidFill>
                            <a:srgbClr val="15283E"/>
                          </a:solidFill>
                          <a:latin typeface="Segoe UI"/>
                          <a:ea typeface="Segoe UI"/>
                          <a:cs typeface="Segoe UI"/>
                        </a:rPr>
                        <a:t>Lead / Manager: pattern_trend</a:t>
                      </a:r>
                    </a:p>
                  </a:txBody>
                  <a:tcPr marL="91440" marR="91440" marT="45720" marB="45720" anchor="ctr">
                    <a:lnL w="9525">
                      <a:solidFill>
                        <a:srgbClr val="D5E1E5"/>
                      </a:solidFill>
                      <a:prstDash val="solid"/>
                    </a:lnL>
                    <a:lnR w="9525">
                      <a:solidFill>
                        <a:srgbClr val="D5E1E5"/>
                      </a:solidFill>
                      <a:prstDash val="solid"/>
                    </a:lnR>
                    <a:lnB w="9525">
                      <a:solidFill>
                        <a:srgbClr val="D5E1E5"/>
                      </a:solidFill>
                      <a:prstDash val="solid"/>
                    </a:lnB>
                    <a:solidFill>
                      <a:srgbClr val="FFFFFF"/>
                    </a:solidFill>
                  </a:tcPr>
                </a:tc>
                <a:tc>
                  <a:txBody>
                    <a:bodyPr lIns="114300" tIns="114300" rIns="114300" bIns="114300"/>
                    <a:lstStyle/>
                    <a:p>
                      <a:r>
                        <a:rPr sz="1500" b="0">
                          <a:solidFill>
                            <a:srgbClr val="15283E"/>
                          </a:solidFill>
                          <a:latin typeface="Segoe UI"/>
                          <a:ea typeface="Segoe UI"/>
                          <a:cs typeface="Segoe UI"/>
                        </a:rPr>
                        <a:t>template / team, interval, dates</a:t>
                      </a:r>
                    </a:p>
                  </a:txBody>
                  <a:tcPr marL="91440" marR="91440" marT="45720" marB="45720" anchor="ctr">
                    <a:lnR w="9525">
                      <a:solidFill>
                        <a:srgbClr val="D5E1E5"/>
                      </a:solidFill>
                      <a:prstDash val="solid"/>
                    </a:lnR>
                    <a:lnB w="9525">
                      <a:solidFill>
                        <a:srgbClr val="D5E1E5"/>
                      </a:solidFill>
                      <a:prstDash val="solid"/>
                    </a:lnB>
                    <a:solidFill>
                      <a:srgbClr val="FFFFFF"/>
                    </a:solidFill>
                  </a:tcPr>
                </a:tc>
                <a:tc>
                  <a:txBody>
                    <a:bodyPr lIns="114300" tIns="114300" rIns="114300" bIns="114300"/>
                    <a:lstStyle/>
                    <a:p>
                      <a:r>
                        <a:rPr sz="1500" b="0">
                          <a:solidFill>
                            <a:srgbClr val="15283E"/>
                          </a:solidFill>
                          <a:latin typeface="Segoe UI"/>
                          <a:ea typeface="Segoe UI"/>
                          <a:cs typeface="Segoe UI"/>
                        </a:rPr>
                        <a:t>Time buckets + observation gaps</a:t>
                      </a:r>
                    </a:p>
                  </a:txBody>
                  <a:tcPr marL="91440" marR="91440" marT="45720" marB="45720" anchor="ctr">
                    <a:lnR w="9525">
                      <a:solidFill>
                        <a:srgbClr val="D5E1E5"/>
                      </a:solidFill>
                      <a:prstDash val="solid"/>
                    </a:lnR>
                    <a:lnB w="9525">
                      <a:solidFill>
                        <a:srgbClr val="D5E1E5"/>
                      </a:solidFill>
                      <a:prstDash val="solid"/>
                    </a:lnB>
                    <a:solidFill>
                      <a:srgbClr val="FFFFFF"/>
                    </a:solidFill>
                  </a:tcPr>
                </a:tc>
              </a:tr>
              <a:tr h="514350">
                <a:tc>
                  <a:txBody>
                    <a:bodyPr lIns="114300" tIns="114300" rIns="114300" bIns="114300"/>
                    <a:lstStyle/>
                    <a:p>
                      <a:r>
                        <a:rPr sz="1500" b="0">
                          <a:solidFill>
                            <a:srgbClr val="15283E"/>
                          </a:solidFill>
                          <a:latin typeface="Segoe UI"/>
                          <a:ea typeface="Segoe UI"/>
                          <a:cs typeface="Segoe UI"/>
                        </a:rPr>
                        <a:t>Manager: priority_ranking</a:t>
                      </a:r>
                    </a:p>
                  </a:txBody>
                  <a:tcPr marL="91440" marR="91440" marT="45720" marB="45720" anchor="ctr">
                    <a:lnL w="9525">
                      <a:solidFill>
                        <a:srgbClr val="D5E1E5"/>
                      </a:solidFill>
                      <a:prstDash val="solid"/>
                    </a:lnL>
                    <a:lnR w="9525">
                      <a:solidFill>
                        <a:srgbClr val="D5E1E5"/>
                      </a:solidFill>
                      <a:prstDash val="solid"/>
                    </a:lnR>
                    <a:lnB w="9525">
                      <a:solidFill>
                        <a:srgbClr val="D5E1E5"/>
                      </a:solidFill>
                      <a:prstDash val="solid"/>
                    </a:lnB>
                    <a:solidFill>
                      <a:srgbClr val="F1F7F8"/>
                    </a:solidFill>
                  </a:tcPr>
                </a:tc>
                <a:tc>
                  <a:txBody>
                    <a:bodyPr lIns="114300" tIns="114300" rIns="114300" bIns="114300"/>
                    <a:lstStyle/>
                    <a:p>
                      <a:r>
                        <a:rPr sz="1500" b="0">
                          <a:solidFill>
                            <a:srgbClr val="15283E"/>
                          </a:solidFill>
                          <a:latin typeface="Segoe UI"/>
                          <a:ea typeface="Segoe UI"/>
                          <a:cs typeface="Segoe UI"/>
                        </a:rPr>
                        <a:t>group_by, dataset, team, dates</a:t>
                      </a:r>
                    </a:p>
                  </a:txBody>
                  <a:tcPr marL="91440" marR="91440" marT="45720" marB="45720" anchor="ctr">
                    <a:lnR w="9525">
                      <a:solidFill>
                        <a:srgbClr val="D5E1E5"/>
                      </a:solidFill>
                      <a:prstDash val="solid"/>
                    </a:lnR>
                    <a:lnB w="9525">
                      <a:solidFill>
                        <a:srgbClr val="D5E1E5"/>
                      </a:solidFill>
                      <a:prstDash val="solid"/>
                    </a:lnB>
                    <a:solidFill>
                      <a:srgbClr val="F1F7F8"/>
                    </a:solidFill>
                  </a:tcPr>
                </a:tc>
                <a:tc>
                  <a:txBody>
                    <a:bodyPr lIns="114300" tIns="114300" rIns="114300" bIns="114300"/>
                    <a:lstStyle/>
                    <a:p>
                      <a:r>
                        <a:rPr sz="1500" b="0">
                          <a:solidFill>
                            <a:srgbClr val="15283E"/>
                          </a:solidFill>
                          <a:latin typeface="Segoe UI"/>
                          <a:ea typeface="Segoe UI"/>
                          <a:cs typeface="Segoe UI"/>
                        </a:rPr>
                        <a:t>Score + individual factors</a:t>
                      </a:r>
                    </a:p>
                  </a:txBody>
                  <a:tcPr marL="91440" marR="91440" marT="45720" marB="45720" anchor="ctr">
                    <a:lnR w="9525">
                      <a:solidFill>
                        <a:srgbClr val="D5E1E5"/>
                      </a:solidFill>
                      <a:prstDash val="solid"/>
                    </a:lnR>
                    <a:lnB w="9525">
                      <a:solidFill>
                        <a:srgbClr val="D5E1E5"/>
                      </a:solidFill>
                      <a:prstDash val="solid"/>
                    </a:lnB>
                    <a:solidFill>
                      <a:srgbClr val="F1F7F8"/>
                    </a:solidFill>
                  </a:tcPr>
                </a:tc>
              </a:tr>
            </a:tbl>
          </a:graphicData>
        </a:graphic>
      </p:graphicFrame>
    </p:spTree>
    <p:extLst>
      <p:ext uri="{BB962C8B-B14F-4D97-AF65-F5344CB8AC3E}">
        <p14:creationId xmlns:p14="http://schemas.microsoft.com/office/powerpoint/2010/main" val="87483813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ppendix: executed SQL and supporting results">
            <a:extLst xmlns:a="http://schemas.openxmlformats.org/drawingml/2006/main">
              <a:ext uri="{FF2B5EF4-FFF2-40B4-BE49-F238E27FC236}">
                <a16:creationId xmlns:a16="http://schemas.microsoft.com/office/drawing/2014/main" id="{441CCCA4-5F85-4A3F-83C9-C6AFA8CC071E}"/>
              </a:ext>
            </a:extLst>
          </p:cNvPr>
          <p:cNvSpPr>
            <a:spLocks xmlns:a="http://schemas.openxmlformats.org/drawingml/2006/main" noGrp="1"/>
          </p:cNvSpPr>
          <p:nvPr/>
        </p:nvSpPr>
        <p:spPr>
          <a:xfrm xmlns:a="http://schemas.openxmlformats.org/drawingml/2006/main">
            <a:off x="609600" y="466725"/>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83E"/>
                </a:solidFill>
                <a:latin typeface="Segoe UI"/>
                <a:ea typeface="Segoe UI"/>
                <a:cs typeface="Segoe UI"/>
              </a:defRPr>
            </a:defPPr>
            <a:lvl1pPr>
              <a:defRPr sz="3300" b="1">
                <a:solidFill>
                  <a:srgbClr val="15283E"/>
                </a:solidFill>
                <a:latin typeface="Segoe UI"/>
                <a:ea typeface="Segoe UI"/>
                <a:cs typeface="Segoe UI"/>
              </a:defRPr>
            </a:lvl1pPr>
            <a:lvl2pPr>
              <a:defRPr sz="3300" b="1">
                <a:solidFill>
                  <a:srgbClr val="15283E"/>
                </a:solidFill>
                <a:latin typeface="Segoe UI"/>
                <a:ea typeface="Segoe UI"/>
                <a:cs typeface="Segoe UI"/>
              </a:defRPr>
            </a:lvl2pPr>
            <a:lvl3pPr>
              <a:defRPr sz="3300" b="1">
                <a:solidFill>
                  <a:srgbClr val="15283E"/>
                </a:solidFill>
                <a:latin typeface="Segoe UI"/>
                <a:ea typeface="Segoe UI"/>
                <a:cs typeface="Segoe UI"/>
              </a:defRPr>
            </a:lvl3pPr>
            <a:lvl4pPr>
              <a:defRPr sz="3300" b="1">
                <a:solidFill>
                  <a:srgbClr val="15283E"/>
                </a:solidFill>
                <a:latin typeface="Segoe UI"/>
                <a:ea typeface="Segoe UI"/>
                <a:cs typeface="Segoe UI"/>
              </a:defRPr>
            </a:lvl4pPr>
            <a:lvl5pPr>
              <a:defRPr sz="3300" b="1">
                <a:solidFill>
                  <a:srgbClr val="15283E"/>
                </a:solidFill>
                <a:latin typeface="Segoe UI"/>
                <a:ea typeface="Segoe UI"/>
                <a:cs typeface="Segoe UI"/>
              </a:defRPr>
            </a:lvl5pPr>
            <a:lvl6pPr>
              <a:defRPr sz="3300" b="1">
                <a:solidFill>
                  <a:srgbClr val="15283E"/>
                </a:solidFill>
                <a:latin typeface="Segoe UI"/>
                <a:ea typeface="Segoe UI"/>
                <a:cs typeface="Segoe UI"/>
              </a:defRPr>
            </a:lvl6pPr>
            <a:lvl7pPr>
              <a:defRPr sz="3300" b="1">
                <a:solidFill>
                  <a:srgbClr val="15283E"/>
                </a:solidFill>
                <a:latin typeface="Segoe UI"/>
                <a:ea typeface="Segoe UI"/>
                <a:cs typeface="Segoe UI"/>
              </a:defRPr>
            </a:lvl7pPr>
            <a:lvl8pPr>
              <a:defRPr sz="3300" b="1">
                <a:solidFill>
                  <a:srgbClr val="15283E"/>
                </a:solidFill>
                <a:latin typeface="Segoe UI"/>
                <a:ea typeface="Segoe UI"/>
                <a:cs typeface="Segoe UI"/>
              </a:defRPr>
            </a:lvl8pPr>
            <a:lvl9pPr>
              <a:defRPr sz="3300" b="1">
                <a:solidFill>
                  <a:srgbClr val="15283E"/>
                </a:solidFill>
                <a:latin typeface="Segoe UI"/>
                <a:ea typeface="Segoe UI"/>
                <a:cs typeface="Segoe UI"/>
              </a:defRPr>
            </a:lvl9pPr>
          </a:lstStyle>
          <a:p xmlns:a="http://schemas.openxmlformats.org/drawingml/2006/main">
            <a:pPr>
              <a:defRPr sz="3300" b="1">
                <a:solidFill>
                  <a:srgbClr val="15283E"/>
                </a:solidFill>
                <a:latin typeface="Segoe UI"/>
                <a:ea typeface="Segoe UI"/>
                <a:cs typeface="Segoe UI"/>
              </a:defRPr>
            </a:pPr>
            <a:r>
              <a:rPr sz="3300" b="1">
                <a:solidFill>
                  <a:srgbClr val="15283E"/>
                </a:solidFill>
                <a:latin typeface="Segoe UI"/>
                <a:ea typeface="Segoe UI"/>
                <a:cs typeface="Segoe UI"/>
              </a:rPr>
              <a:t>Appendix: executed SQL and supporting results</a:t>
            </a:r>
          </a:p>
        </p:txBody>
      </p:sp>
      <p:sp>
        <p:nvSpPr>
          <p:cNvPr id="2" name="Actual read query executed on the local full BGL corpus">
            <a:extLst xmlns:a="http://schemas.openxmlformats.org/drawingml/2006/main">
              <a:ext uri="{FF2B5EF4-FFF2-40B4-BE49-F238E27FC236}">
                <a16:creationId xmlns:a16="http://schemas.microsoft.com/office/drawing/2014/main" id="{D675E3C0-4006-48C1-8AFC-3562E17B8B7D}"/>
              </a:ext>
            </a:extLst>
          </p:cNvPr>
          <p:cNvSpPr>
            <a:spLocks xmlns:a="http://schemas.openxmlformats.org/drawingml/2006/main" noGrp="1"/>
          </p:cNvSpPr>
          <p:nvPr/>
        </p:nvSpPr>
        <p:spPr>
          <a:xfrm xmlns:a="http://schemas.openxmlformats.org/drawingml/2006/main">
            <a:off x="609600" y="630555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73"/>
                </a:solidFill>
                <a:latin typeface="Segoe UI"/>
                <a:ea typeface="Segoe UI"/>
                <a:cs typeface="Segoe UI"/>
              </a:defRPr>
            </a:defPPr>
            <a:lvl1pPr>
              <a:defRPr sz="1050" b="0">
                <a:solidFill>
                  <a:srgbClr val="526173"/>
                </a:solidFill>
                <a:latin typeface="Segoe UI"/>
                <a:ea typeface="Segoe UI"/>
                <a:cs typeface="Segoe UI"/>
              </a:defRPr>
            </a:lvl1pPr>
            <a:lvl2pPr>
              <a:defRPr sz="1050" b="0">
                <a:solidFill>
                  <a:srgbClr val="526173"/>
                </a:solidFill>
                <a:latin typeface="Segoe UI"/>
                <a:ea typeface="Segoe UI"/>
                <a:cs typeface="Segoe UI"/>
              </a:defRPr>
            </a:lvl2pPr>
            <a:lvl3pPr>
              <a:defRPr sz="1050" b="0">
                <a:solidFill>
                  <a:srgbClr val="526173"/>
                </a:solidFill>
                <a:latin typeface="Segoe UI"/>
                <a:ea typeface="Segoe UI"/>
                <a:cs typeface="Segoe UI"/>
              </a:defRPr>
            </a:lvl3pPr>
            <a:lvl4pPr>
              <a:defRPr sz="1050" b="0">
                <a:solidFill>
                  <a:srgbClr val="526173"/>
                </a:solidFill>
                <a:latin typeface="Segoe UI"/>
                <a:ea typeface="Segoe UI"/>
                <a:cs typeface="Segoe UI"/>
              </a:defRPr>
            </a:lvl4pPr>
            <a:lvl5pPr>
              <a:defRPr sz="1050" b="0">
                <a:solidFill>
                  <a:srgbClr val="526173"/>
                </a:solidFill>
                <a:latin typeface="Segoe UI"/>
                <a:ea typeface="Segoe UI"/>
                <a:cs typeface="Segoe UI"/>
              </a:defRPr>
            </a:lvl5pPr>
            <a:lvl6pPr>
              <a:defRPr sz="1050" b="0">
                <a:solidFill>
                  <a:srgbClr val="526173"/>
                </a:solidFill>
                <a:latin typeface="Segoe UI"/>
                <a:ea typeface="Segoe UI"/>
                <a:cs typeface="Segoe UI"/>
              </a:defRPr>
            </a:lvl6pPr>
            <a:lvl7pPr>
              <a:defRPr sz="1050" b="0">
                <a:solidFill>
                  <a:srgbClr val="526173"/>
                </a:solidFill>
                <a:latin typeface="Segoe UI"/>
                <a:ea typeface="Segoe UI"/>
                <a:cs typeface="Segoe UI"/>
              </a:defRPr>
            </a:lvl7pPr>
            <a:lvl8pPr>
              <a:defRPr sz="1050" b="0">
                <a:solidFill>
                  <a:srgbClr val="526173"/>
                </a:solidFill>
                <a:latin typeface="Segoe UI"/>
                <a:ea typeface="Segoe UI"/>
                <a:cs typeface="Segoe UI"/>
              </a:defRPr>
            </a:lvl8pPr>
            <a:lvl9pPr>
              <a:defRPr sz="1050" b="0">
                <a:solidFill>
                  <a:srgbClr val="526173"/>
                </a:solidFill>
                <a:latin typeface="Segoe UI"/>
                <a:ea typeface="Segoe UI"/>
                <a:cs typeface="Segoe UI"/>
              </a:defRPr>
            </a:lvl9pPr>
          </a:lstStyle>
          <a:p xmlns:a="http://schemas.openxmlformats.org/drawingml/2006/main">
            <a:pPr>
              <a:defRPr sz="1050" b="0">
                <a:solidFill>
                  <a:srgbClr val="526173"/>
                </a:solidFill>
                <a:latin typeface="Segoe UI"/>
                <a:ea typeface="Segoe UI"/>
                <a:cs typeface="Segoe UI"/>
              </a:defRPr>
            </a:pPr>
            <a:r>
              <a:rPr sz="1050" b="0">
                <a:solidFill>
                  <a:srgbClr val="526173"/>
                </a:solidFill>
                <a:latin typeface="Segoe UI"/>
                <a:ea typeface="Segoe UI"/>
                <a:cs typeface="Segoe UI"/>
              </a:rPr>
              <a:t>Actual read query executed on the local full BGL corpus on 18 Oct 2026. Full evidence is included with the submission.</a:t>
            </a:r>
          </a:p>
        </p:txBody>
      </p:sp>
      <p:sp>
        <p:nvSpPr>
          <p:cNvPr id="3" name="10">
            <a:extLst xmlns:a="http://schemas.openxmlformats.org/drawingml/2006/main">
              <a:ext uri="{FF2B5EF4-FFF2-40B4-BE49-F238E27FC236}">
                <a16:creationId xmlns:a16="http://schemas.microsoft.com/office/drawing/2014/main" id="{23B3C8F7-651B-4D38-8817-353C93A2D26D}"/>
              </a:ext>
            </a:extLst>
          </p:cNvPr>
          <p:cNvSpPr>
            <a:spLocks xmlns:a="http://schemas.openxmlformats.org/drawingml/2006/main" noGrp="1"/>
          </p:cNvSpPr>
          <p:nvPr/>
        </p:nvSpPr>
        <p:spPr>
          <a:xfrm xmlns:a="http://schemas.openxmlformats.org/drawingml/2006/main">
            <a:off x="11125200" y="63246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173"/>
                </a:solidFill>
                <a:latin typeface="Segoe UI"/>
                <a:ea typeface="Segoe UI"/>
                <a:cs typeface="Segoe UI"/>
              </a:defRPr>
            </a:defPPr>
            <a:lvl1pPr>
              <a:defRPr sz="1125" b="0">
                <a:solidFill>
                  <a:srgbClr val="526173"/>
                </a:solidFill>
                <a:latin typeface="Segoe UI"/>
                <a:ea typeface="Segoe UI"/>
                <a:cs typeface="Segoe UI"/>
              </a:defRPr>
            </a:lvl1pPr>
            <a:lvl2pPr>
              <a:defRPr sz="1125" b="0">
                <a:solidFill>
                  <a:srgbClr val="526173"/>
                </a:solidFill>
                <a:latin typeface="Segoe UI"/>
                <a:ea typeface="Segoe UI"/>
                <a:cs typeface="Segoe UI"/>
              </a:defRPr>
            </a:lvl2pPr>
            <a:lvl3pPr>
              <a:defRPr sz="1125" b="0">
                <a:solidFill>
                  <a:srgbClr val="526173"/>
                </a:solidFill>
                <a:latin typeface="Segoe UI"/>
                <a:ea typeface="Segoe UI"/>
                <a:cs typeface="Segoe UI"/>
              </a:defRPr>
            </a:lvl3pPr>
            <a:lvl4pPr>
              <a:defRPr sz="1125" b="0">
                <a:solidFill>
                  <a:srgbClr val="526173"/>
                </a:solidFill>
                <a:latin typeface="Segoe UI"/>
                <a:ea typeface="Segoe UI"/>
                <a:cs typeface="Segoe UI"/>
              </a:defRPr>
            </a:lvl4pPr>
            <a:lvl5pPr>
              <a:defRPr sz="1125" b="0">
                <a:solidFill>
                  <a:srgbClr val="526173"/>
                </a:solidFill>
                <a:latin typeface="Segoe UI"/>
                <a:ea typeface="Segoe UI"/>
                <a:cs typeface="Segoe UI"/>
              </a:defRPr>
            </a:lvl5pPr>
            <a:lvl6pPr>
              <a:defRPr sz="1125" b="0">
                <a:solidFill>
                  <a:srgbClr val="526173"/>
                </a:solidFill>
                <a:latin typeface="Segoe UI"/>
                <a:ea typeface="Segoe UI"/>
                <a:cs typeface="Segoe UI"/>
              </a:defRPr>
            </a:lvl6pPr>
            <a:lvl7pPr>
              <a:defRPr sz="1125" b="0">
                <a:solidFill>
                  <a:srgbClr val="526173"/>
                </a:solidFill>
                <a:latin typeface="Segoe UI"/>
                <a:ea typeface="Segoe UI"/>
                <a:cs typeface="Segoe UI"/>
              </a:defRPr>
            </a:lvl7pPr>
            <a:lvl8pPr>
              <a:defRPr sz="1125" b="0">
                <a:solidFill>
                  <a:srgbClr val="526173"/>
                </a:solidFill>
                <a:latin typeface="Segoe UI"/>
                <a:ea typeface="Segoe UI"/>
                <a:cs typeface="Segoe UI"/>
              </a:defRPr>
            </a:lvl8pPr>
            <a:lvl9pPr>
              <a:defRPr sz="1125" b="0">
                <a:solidFill>
                  <a:srgbClr val="526173"/>
                </a:solidFill>
                <a:latin typeface="Segoe UI"/>
                <a:ea typeface="Segoe UI"/>
                <a:cs typeface="Segoe UI"/>
              </a:defRPr>
            </a:lvl9pPr>
          </a:lstStyle>
          <a:p xmlns:a="http://schemas.openxmlformats.org/drawingml/2006/main">
            <a:pPr>
              <a:defRPr sz="1125" b="0">
                <a:solidFill>
                  <a:srgbClr val="526173"/>
                </a:solidFill>
                <a:latin typeface="Segoe UI"/>
                <a:ea typeface="Segoe UI"/>
                <a:cs typeface="Segoe UI"/>
              </a:defRPr>
            </a:pPr>
            <a:r>
              <a:rPr sz="1125" b="0">
                <a:solidFill>
                  <a:srgbClr val="526173"/>
                </a:solidFill>
                <a:latin typeface="Segoe UI"/>
                <a:ea typeface="Segoe UI"/>
                <a:cs typeface="Segoe UI"/>
              </a:rPr>
              <a:t>10</a:t>
            </a:r>
          </a:p>
        </p:txBody>
      </p:sp>
      <p:sp>
        <p:nvSpPr>
          <p:cNvPr id="4" name="SELECT template_id, COUNT(*) AS log_lines,&#10;       COUNT">
            <a:extLst xmlns:a="http://schemas.openxmlformats.org/drawingml/2006/main">
              <a:ext uri="{FF2B5EF4-FFF2-40B4-BE49-F238E27FC236}">
                <a16:creationId xmlns:a16="http://schemas.microsoft.com/office/drawing/2014/main" id="{76D412BD-DD54-47F0-BEE4-0A8B16E82D56}"/>
              </a:ext>
            </a:extLst>
          </p:cNvPr>
          <p:cNvSpPr>
            <a:spLocks xmlns:a="http://schemas.openxmlformats.org/drawingml/2006/main" noGrp="1"/>
          </p:cNvSpPr>
          <p:nvPr/>
        </p:nvSpPr>
        <p:spPr>
          <a:xfrm xmlns:a="http://schemas.openxmlformats.org/drawingml/2006/main">
            <a:off x="609600" y="1685925"/>
            <a:ext cx="1095375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5283E"/>
                </a:solidFill>
                <a:latin typeface="Segoe UI"/>
                <a:ea typeface="Segoe UI"/>
                <a:cs typeface="Segoe UI"/>
              </a:defRPr>
            </a:defPPr>
            <a:lvl1pPr>
              <a:defRPr sz="1725" b="0">
                <a:solidFill>
                  <a:srgbClr val="15283E"/>
                </a:solidFill>
                <a:latin typeface="Segoe UI"/>
                <a:ea typeface="Segoe UI"/>
                <a:cs typeface="Segoe UI"/>
              </a:defRPr>
            </a:lvl1pPr>
            <a:lvl2pPr>
              <a:defRPr sz="1725" b="0">
                <a:solidFill>
                  <a:srgbClr val="15283E"/>
                </a:solidFill>
                <a:latin typeface="Segoe UI"/>
                <a:ea typeface="Segoe UI"/>
                <a:cs typeface="Segoe UI"/>
              </a:defRPr>
            </a:lvl2pPr>
            <a:lvl3pPr>
              <a:defRPr sz="1725" b="0">
                <a:solidFill>
                  <a:srgbClr val="15283E"/>
                </a:solidFill>
                <a:latin typeface="Segoe UI"/>
                <a:ea typeface="Segoe UI"/>
                <a:cs typeface="Segoe UI"/>
              </a:defRPr>
            </a:lvl3pPr>
            <a:lvl4pPr>
              <a:defRPr sz="1725" b="0">
                <a:solidFill>
                  <a:srgbClr val="15283E"/>
                </a:solidFill>
                <a:latin typeface="Segoe UI"/>
                <a:ea typeface="Segoe UI"/>
                <a:cs typeface="Segoe UI"/>
              </a:defRPr>
            </a:lvl4pPr>
            <a:lvl5pPr>
              <a:defRPr sz="1725" b="0">
                <a:solidFill>
                  <a:srgbClr val="15283E"/>
                </a:solidFill>
                <a:latin typeface="Segoe UI"/>
                <a:ea typeface="Segoe UI"/>
                <a:cs typeface="Segoe UI"/>
              </a:defRPr>
            </a:lvl5pPr>
            <a:lvl6pPr>
              <a:defRPr sz="1725" b="0">
                <a:solidFill>
                  <a:srgbClr val="15283E"/>
                </a:solidFill>
                <a:latin typeface="Segoe UI"/>
                <a:ea typeface="Segoe UI"/>
                <a:cs typeface="Segoe UI"/>
              </a:defRPr>
            </a:lvl6pPr>
            <a:lvl7pPr>
              <a:defRPr sz="1725" b="0">
                <a:solidFill>
                  <a:srgbClr val="15283E"/>
                </a:solidFill>
                <a:latin typeface="Segoe UI"/>
                <a:ea typeface="Segoe UI"/>
                <a:cs typeface="Segoe UI"/>
              </a:defRPr>
            </a:lvl7pPr>
            <a:lvl8pPr>
              <a:defRPr sz="1725" b="0">
                <a:solidFill>
                  <a:srgbClr val="15283E"/>
                </a:solidFill>
                <a:latin typeface="Segoe UI"/>
                <a:ea typeface="Segoe UI"/>
                <a:cs typeface="Segoe UI"/>
              </a:defRPr>
            </a:lvl8pPr>
            <a:lvl9pPr>
              <a:defRPr sz="1725" b="0">
                <a:solidFill>
                  <a:srgbClr val="15283E"/>
                </a:solidFill>
                <a:latin typeface="Segoe UI"/>
                <a:ea typeface="Segoe UI"/>
                <a:cs typeface="Segoe UI"/>
              </a:defRPr>
            </a:lvl9pPr>
          </a:lstStyle>
          <a:p xmlns:a="http://schemas.openxmlformats.org/drawingml/2006/main">
            <a:pPr>
              <a:defRPr sz="1725" b="0">
                <a:solidFill>
                  <a:srgbClr val="15283E"/>
                </a:solidFill>
                <a:latin typeface="Segoe UI"/>
                <a:ea typeface="Segoe UI"/>
                <a:cs typeface="Segoe UI"/>
              </a:defRPr>
            </a:pPr>
            <a:r>
              <a:rPr sz="1725" b="0">
                <a:solidFill>
                  <a:srgbClr val="15283E"/>
                </a:solidFill>
                <a:latin typeface="Segoe UI"/>
                <a:ea typeface="Segoe UI"/>
                <a:cs typeface="Segoe UI"/>
              </a:rPr>
              <a:t>SELECT template_id, COUNT(*) AS log_lines,</a:t>
            </a:r>
          </a:p>
          <a:p xmlns:a="http://schemas.openxmlformats.org/drawingml/2006/main">
            <a:pPr>
              <a:defRPr sz="1725" b="0">
                <a:solidFill>
                  <a:srgbClr val="15283E"/>
                </a:solidFill>
                <a:latin typeface="Segoe UI"/>
                <a:ea typeface="Segoe UI"/>
                <a:cs typeface="Segoe UI"/>
              </a:defRPr>
            </a:pPr>
            <a:r>
              <a:rPr sz="1725" b="0">
                <a:solidFill>
                  <a:srgbClr val="15283E"/>
                </a:solidFill>
                <a:latin typeface="Segoe UI"/>
                <a:ea typeface="Segoe UI"/>
                <a:cs typeface="Segoe UI"/>
              </a:rPr>
              <a:t>       COUNT(DISTINCT NULLIF(NULLIF(node, 'NULL'), '-')) AS nodes</a:t>
            </a:r>
          </a:p>
          <a:p xmlns:a="http://schemas.openxmlformats.org/drawingml/2006/main">
            <a:pPr>
              <a:defRPr sz="1725" b="0">
                <a:solidFill>
                  <a:srgbClr val="15283E"/>
                </a:solidFill>
                <a:latin typeface="Segoe UI"/>
                <a:ea typeface="Segoe UI"/>
                <a:cs typeface="Segoe UI"/>
              </a:defRPr>
            </a:pPr>
            <a:r>
              <a:rPr sz="1725" b="0">
                <a:solidFill>
                  <a:srgbClr val="15283E"/>
                </a:solidFill>
                <a:latin typeface="Segoe UI"/>
                <a:ea typeface="Segoe UI"/>
                <a:cs typeface="Segoe UI"/>
              </a:rPr>
              <a:t>FROM logs</a:t>
            </a:r>
          </a:p>
          <a:p xmlns:a="http://schemas.openxmlformats.org/drawingml/2006/main">
            <a:pPr>
              <a:defRPr sz="1725" b="0">
                <a:solidFill>
                  <a:srgbClr val="15283E"/>
                </a:solidFill>
                <a:latin typeface="Segoe UI"/>
                <a:ea typeface="Segoe UI"/>
                <a:cs typeface="Segoe UI"/>
              </a:defRPr>
            </a:pPr>
            <a:r>
              <a:rPr sz="1725" b="0">
                <a:solidFill>
                  <a:srgbClr val="15283E"/>
                </a:solidFill>
                <a:latin typeface="Segoe UI"/>
                <a:ea typeface="Segoe UI"/>
                <a:cs typeface="Segoe UI"/>
              </a:rPr>
              <a:t>WHERE dataset = 'BGL' AND level IN ('ERROR', 'FATAL')</a:t>
            </a:r>
          </a:p>
          <a:p xmlns:a="http://schemas.openxmlformats.org/drawingml/2006/main">
            <a:pPr>
              <a:defRPr sz="1725" b="0">
                <a:solidFill>
                  <a:srgbClr val="15283E"/>
                </a:solidFill>
                <a:latin typeface="Segoe UI"/>
                <a:ea typeface="Segoe UI"/>
                <a:cs typeface="Segoe UI"/>
              </a:defRPr>
            </a:pPr>
            <a:r>
              <a:rPr sz="1725" b="0">
                <a:solidFill>
                  <a:srgbClr val="15283E"/>
                </a:solidFill>
                <a:latin typeface="Segoe UI"/>
                <a:ea typeface="Segoe UI"/>
                <a:cs typeface="Segoe UI"/>
              </a:rPr>
              <a:t>  AND message IN ('data TLB error interrupt', 'data storage interrupt')</a:t>
            </a:r>
          </a:p>
          <a:p xmlns:a="http://schemas.openxmlformats.org/drawingml/2006/main">
            <a:pPr>
              <a:defRPr sz="1725" b="0">
                <a:solidFill>
                  <a:srgbClr val="15283E"/>
                </a:solidFill>
                <a:latin typeface="Segoe UI"/>
                <a:ea typeface="Segoe UI"/>
                <a:cs typeface="Segoe UI"/>
              </a:defRPr>
            </a:pPr>
            <a:r>
              <a:rPr sz="1725" b="0">
                <a:solidFill>
                  <a:srgbClr val="15283E"/>
                </a:solidFill>
                <a:latin typeface="Segoe UI"/>
                <a:ea typeface="Segoe UI"/>
                <a:cs typeface="Segoe UI"/>
              </a:rPr>
              <a:t>GROUP BY template_id</a:t>
            </a:r>
          </a:p>
          <a:p xmlns:a="http://schemas.openxmlformats.org/drawingml/2006/main">
            <a:pPr>
              <a:defRPr sz="1725" b="0">
                <a:solidFill>
                  <a:srgbClr val="15283E"/>
                </a:solidFill>
                <a:latin typeface="Segoe UI"/>
                <a:ea typeface="Segoe UI"/>
                <a:cs typeface="Segoe UI"/>
              </a:defRPr>
            </a:pPr>
            <a:r>
              <a:rPr sz="1725" b="0">
                <a:solidFill>
                  <a:srgbClr val="15283E"/>
                </a:solidFill>
                <a:latin typeface="Segoe UI"/>
                <a:ea typeface="Segoe UI"/>
                <a:cs typeface="Segoe UI"/>
              </a:rPr>
              <a:t>ORDER BY log_lines DESC</a:t>
            </a:r>
          </a:p>
        </p:txBody>
      </p:sp>
      <p:graphicFrame>
        <p:nvGraphicFramePr>
          <p:cNvPr id="5" name="">
            <a:extLst xmlns:a="http://schemas.openxmlformats.org/drawingml/2006/main">
              <a:ext uri="{FF2B5EF4-FFF2-40B4-BE49-F238E27FC236}">
                <a16:creationId xmlns:a16="http://schemas.microsoft.com/office/drawing/2014/main" id="{E0A7610C-5718-4F49-A8CB-9EA0870F50E1}"/>
              </a:ext>
            </a:extLst>
          </p:cNvPr>
          <p:cNvGraphicFramePr/>
          <p:nvPr/>
        </p:nvGraphicFramePr>
        <p:xfrm>
          <a:off xmlns:a="http://schemas.openxmlformats.org/drawingml/2006/main" x="609600" y="4343400"/>
          <a:ext xmlns:a="http://schemas.openxmlformats.org/drawingml/2006/main" cx="10953750" cy="1400175"/>
        </p:xfrm>
        <a:graphic xmlns:a="http://schemas.openxmlformats.org/drawingml/2006/main">
          <a:graphicData uri="http://schemas.openxmlformats.org/drawingml/2006/table">
            <a:tbl>
              <a:tblPr/>
              <a:tblGrid>
                <a:gridCol w="3619500"/>
                <a:gridCol w="3667125"/>
                <a:gridCol w="3667125"/>
              </a:tblGrid>
              <a:tr h="466725">
                <a:tc>
                  <a:txBody>
                    <a:bodyPr lIns="114300" tIns="114300" rIns="114300" bIns="114300"/>
                    <a:lstStyle/>
                    <a:p>
                      <a:r>
                        <a:rPr sz="1950" b="1">
                          <a:solidFill>
                            <a:srgbClr val="FFFFFF"/>
                          </a:solidFill>
                          <a:latin typeface="Segoe UI"/>
                          <a:ea typeface="Segoe UI"/>
                          <a:cs typeface="Segoe UI"/>
                        </a:rPr>
                        <a:t>Template</a:t>
                      </a:r>
                    </a:p>
                  </a:txBody>
                  <a:tcPr marL="91440" marR="91440" marT="45720" marB="45720" anchor="ctr">
                    <a:lnL w="9525">
                      <a:solidFill>
                        <a:srgbClr val="D5E1E5"/>
                      </a:solidFill>
                      <a:prstDash val="solid"/>
                    </a:lnL>
                    <a:lnR w="9525">
                      <a:solidFill>
                        <a:srgbClr val="D5E1E5"/>
                      </a:solidFill>
                      <a:prstDash val="solid"/>
                    </a:lnR>
                    <a:lnT w="9525">
                      <a:solidFill>
                        <a:srgbClr val="D5E1E5"/>
                      </a:solidFill>
                      <a:prstDash val="solid"/>
                    </a:lnT>
                    <a:lnB w="9525">
                      <a:solidFill>
                        <a:srgbClr val="D5E1E5"/>
                      </a:solidFill>
                      <a:prstDash val="solid"/>
                    </a:lnB>
                    <a:solidFill>
                      <a:srgbClr val="101E30"/>
                    </a:solidFill>
                  </a:tcPr>
                </a:tc>
                <a:tc>
                  <a:txBody>
                    <a:bodyPr lIns="114300" tIns="114300" rIns="114300" bIns="114300"/>
                    <a:lstStyle/>
                    <a:p>
                      <a:r>
                        <a:rPr sz="1950" b="1">
                          <a:solidFill>
                            <a:srgbClr val="FFFFFF"/>
                          </a:solidFill>
                          <a:latin typeface="Segoe UI"/>
                          <a:ea typeface="Segoe UI"/>
                          <a:cs typeface="Segoe UI"/>
                        </a:rPr>
                        <a:t>Matching log lines</a:t>
                      </a:r>
                    </a:p>
                  </a:txBody>
                  <a:tcPr marL="91440" marR="91440" marT="45720" marB="45720" anchor="ctr">
                    <a:lnR w="9525">
                      <a:solidFill>
                        <a:srgbClr val="D5E1E5"/>
                      </a:solidFill>
                      <a:prstDash val="solid"/>
                    </a:lnR>
                    <a:lnT w="9525">
                      <a:solidFill>
                        <a:srgbClr val="D5E1E5"/>
                      </a:solidFill>
                      <a:prstDash val="solid"/>
                    </a:lnT>
                    <a:lnB w="9525">
                      <a:solidFill>
                        <a:srgbClr val="D5E1E5"/>
                      </a:solidFill>
                      <a:prstDash val="solid"/>
                    </a:lnB>
                    <a:solidFill>
                      <a:srgbClr val="101E30"/>
                    </a:solidFill>
                  </a:tcPr>
                </a:tc>
                <a:tc>
                  <a:txBody>
                    <a:bodyPr lIns="114300" tIns="114300" rIns="114300" bIns="114300"/>
                    <a:lstStyle/>
                    <a:p>
                      <a:r>
                        <a:rPr sz="1950" b="1">
                          <a:solidFill>
                            <a:srgbClr val="FFFFFF"/>
                          </a:solidFill>
                          <a:latin typeface="Segoe UI"/>
                          <a:ea typeface="Segoe UI"/>
                          <a:cs typeface="Segoe UI"/>
                        </a:rPr>
                        <a:t>Distinct observed nodes</a:t>
                      </a:r>
                    </a:p>
                  </a:txBody>
                  <a:tcPr marL="91440" marR="91440" marT="45720" marB="45720" anchor="ctr">
                    <a:lnR w="9525">
                      <a:solidFill>
                        <a:srgbClr val="D5E1E5"/>
                      </a:solidFill>
                      <a:prstDash val="solid"/>
                    </a:lnR>
                    <a:lnT w="9525">
                      <a:solidFill>
                        <a:srgbClr val="D5E1E5"/>
                      </a:solidFill>
                      <a:prstDash val="solid"/>
                    </a:lnT>
                    <a:lnB w="9525">
                      <a:solidFill>
                        <a:srgbClr val="D5E1E5"/>
                      </a:solidFill>
                      <a:prstDash val="solid"/>
                    </a:lnB>
                    <a:solidFill>
                      <a:srgbClr val="101E30"/>
                    </a:solidFill>
                  </a:tcPr>
                </a:tc>
              </a:tr>
              <a:tr h="466725">
                <a:tc>
                  <a:txBody>
                    <a:bodyPr lIns="114300" tIns="114300" rIns="114300" bIns="114300"/>
                    <a:lstStyle/>
                    <a:p>
                      <a:r>
                        <a:rPr sz="1950" b="0">
                          <a:solidFill>
                            <a:srgbClr val="15283E"/>
                          </a:solidFill>
                          <a:latin typeface="Segoe UI"/>
                          <a:ea typeface="Segoe UI"/>
                          <a:cs typeface="Segoe UI"/>
                        </a:rPr>
                        <a:t>BGL-0019</a:t>
                      </a:r>
                    </a:p>
                  </a:txBody>
                  <a:tcPr marL="91440" marR="91440" marT="45720" marB="45720" anchor="ctr">
                    <a:lnL w="9525">
                      <a:solidFill>
                        <a:srgbClr val="D5E1E5"/>
                      </a:solidFill>
                      <a:prstDash val="solid"/>
                    </a:lnL>
                    <a:lnR w="9525">
                      <a:solidFill>
                        <a:srgbClr val="D5E1E5"/>
                      </a:solidFill>
                      <a:prstDash val="solid"/>
                    </a:lnR>
                    <a:lnB w="9525">
                      <a:solidFill>
                        <a:srgbClr val="D5E1E5"/>
                      </a:solidFill>
                      <a:prstDash val="solid"/>
                    </a:lnB>
                    <a:solidFill>
                      <a:srgbClr val="F1F7F8"/>
                    </a:solidFill>
                  </a:tcPr>
                </a:tc>
                <a:tc>
                  <a:txBody>
                    <a:bodyPr lIns="114300" tIns="114300" rIns="114300" bIns="114300"/>
                    <a:lstStyle/>
                    <a:p>
                      <a:r>
                        <a:rPr sz="1950" b="0">
                          <a:solidFill>
                            <a:srgbClr val="15283E"/>
                          </a:solidFill>
                          <a:latin typeface="Segoe UI"/>
                          <a:ea typeface="Segoe UI"/>
                          <a:cs typeface="Segoe UI"/>
                        </a:rPr>
                        <a:t>152,734</a:t>
                      </a:r>
                    </a:p>
                  </a:txBody>
                  <a:tcPr marL="91440" marR="91440" marT="45720" marB="45720" anchor="ctr">
                    <a:lnR w="9525">
                      <a:solidFill>
                        <a:srgbClr val="D5E1E5"/>
                      </a:solidFill>
                      <a:prstDash val="solid"/>
                    </a:lnR>
                    <a:lnB w="9525">
                      <a:solidFill>
                        <a:srgbClr val="D5E1E5"/>
                      </a:solidFill>
                      <a:prstDash val="solid"/>
                    </a:lnB>
                    <a:solidFill>
                      <a:srgbClr val="F1F7F8"/>
                    </a:solidFill>
                  </a:tcPr>
                </a:tc>
                <a:tc>
                  <a:txBody>
                    <a:bodyPr lIns="114300" tIns="114300" rIns="114300" bIns="114300"/>
                    <a:lstStyle/>
                    <a:p>
                      <a:r>
                        <a:rPr sz="1950" b="0">
                          <a:solidFill>
                            <a:srgbClr val="15283E"/>
                          </a:solidFill>
                          <a:latin typeface="Segoe UI"/>
                          <a:ea typeface="Segoe UI"/>
                          <a:cs typeface="Segoe UI"/>
                        </a:rPr>
                        <a:t>541</a:t>
                      </a:r>
                    </a:p>
                  </a:txBody>
                  <a:tcPr marL="91440" marR="91440" marT="45720" marB="45720" anchor="ctr">
                    <a:lnR w="9525">
                      <a:solidFill>
                        <a:srgbClr val="D5E1E5"/>
                      </a:solidFill>
                      <a:prstDash val="solid"/>
                    </a:lnR>
                    <a:lnB w="9525">
                      <a:solidFill>
                        <a:srgbClr val="D5E1E5"/>
                      </a:solidFill>
                      <a:prstDash val="solid"/>
                    </a:lnB>
                    <a:solidFill>
                      <a:srgbClr val="F1F7F8"/>
                    </a:solidFill>
                  </a:tcPr>
                </a:tc>
              </a:tr>
              <a:tr h="466725">
                <a:tc>
                  <a:txBody>
                    <a:bodyPr lIns="114300" tIns="114300" rIns="114300" bIns="114300"/>
                    <a:lstStyle/>
                    <a:p>
                      <a:r>
                        <a:rPr sz="1950" b="0">
                          <a:solidFill>
                            <a:srgbClr val="15283E"/>
                          </a:solidFill>
                          <a:latin typeface="Segoe UI"/>
                          <a:ea typeface="Segoe UI"/>
                          <a:cs typeface="Segoe UI"/>
                        </a:rPr>
                        <a:t>BGL-0119</a:t>
                      </a:r>
                    </a:p>
                  </a:txBody>
                  <a:tcPr marL="91440" marR="91440" marT="45720" marB="45720" anchor="ctr">
                    <a:lnL w="9525">
                      <a:solidFill>
                        <a:srgbClr val="D5E1E5"/>
                      </a:solidFill>
                      <a:prstDash val="solid"/>
                    </a:lnL>
                    <a:lnR w="9525">
                      <a:solidFill>
                        <a:srgbClr val="D5E1E5"/>
                      </a:solidFill>
                      <a:prstDash val="solid"/>
                    </a:lnR>
                    <a:lnB w="9525">
                      <a:solidFill>
                        <a:srgbClr val="D5E1E5"/>
                      </a:solidFill>
                      <a:prstDash val="solid"/>
                    </a:lnB>
                    <a:solidFill>
                      <a:srgbClr val="FFFFFF"/>
                    </a:solidFill>
                  </a:tcPr>
                </a:tc>
                <a:tc>
                  <a:txBody>
                    <a:bodyPr lIns="114300" tIns="114300" rIns="114300" bIns="114300"/>
                    <a:lstStyle/>
                    <a:p>
                      <a:r>
                        <a:rPr sz="1950" b="0">
                          <a:solidFill>
                            <a:srgbClr val="15283E"/>
                          </a:solidFill>
                          <a:latin typeface="Segoe UI"/>
                          <a:ea typeface="Segoe UI"/>
                          <a:cs typeface="Segoe UI"/>
                        </a:rPr>
                        <a:t>63,491</a:t>
                      </a:r>
                    </a:p>
                  </a:txBody>
                  <a:tcPr marL="91440" marR="91440" marT="45720" marB="45720" anchor="ctr">
                    <a:lnR w="9525">
                      <a:solidFill>
                        <a:srgbClr val="D5E1E5"/>
                      </a:solidFill>
                      <a:prstDash val="solid"/>
                    </a:lnR>
                    <a:lnB w="9525">
                      <a:solidFill>
                        <a:srgbClr val="D5E1E5"/>
                      </a:solidFill>
                      <a:prstDash val="solid"/>
                    </a:lnB>
                    <a:solidFill>
                      <a:srgbClr val="FFFFFF"/>
                    </a:solidFill>
                  </a:tcPr>
                </a:tc>
                <a:tc>
                  <a:txBody>
                    <a:bodyPr lIns="114300" tIns="114300" rIns="114300" bIns="114300"/>
                    <a:lstStyle/>
                    <a:p>
                      <a:r>
                        <a:rPr sz="1950" b="0">
                          <a:solidFill>
                            <a:srgbClr val="15283E"/>
                          </a:solidFill>
                          <a:latin typeface="Segoe UI"/>
                          <a:ea typeface="Segoe UI"/>
                          <a:cs typeface="Segoe UI"/>
                        </a:rPr>
                        <a:t>22,529</a:t>
                      </a:r>
                    </a:p>
                  </a:txBody>
                  <a:tcPr marL="91440" marR="91440" marT="45720" marB="45720" anchor="ctr">
                    <a:lnR w="9525">
                      <a:solidFill>
                        <a:srgbClr val="D5E1E5"/>
                      </a:solidFill>
                      <a:prstDash val="solid"/>
                    </a:lnR>
                    <a:lnB w="9525">
                      <a:solidFill>
                        <a:srgbClr val="D5E1E5"/>
                      </a:solidFill>
                      <a:prstDash val="solid"/>
                    </a:lnB>
                    <a:solidFill>
                      <a:srgbClr val="FFFFFF"/>
                    </a:solidFill>
                  </a:tcPr>
                </a:tc>
              </a:tr>
            </a:tbl>
          </a:graphicData>
        </a:graphic>
      </p:graphicFrame>
      <p:sp>
        <p:nvSpPr>
          <p:cNvPr id="6" name="Observed nodes describe dataset reach, not measured cus">
            <a:extLst xmlns:a="http://schemas.openxmlformats.org/drawingml/2006/main">
              <a:ext uri="{FF2B5EF4-FFF2-40B4-BE49-F238E27FC236}">
                <a16:creationId xmlns:a16="http://schemas.microsoft.com/office/drawing/2014/main" id="{F6EFA062-4458-47DD-A7CC-4E0412301964}"/>
              </a:ext>
            </a:extLst>
          </p:cNvPr>
          <p:cNvSpPr>
            <a:spLocks xmlns:a="http://schemas.openxmlformats.org/drawingml/2006/main" noGrp="1"/>
          </p:cNvSpPr>
          <p:nvPr/>
        </p:nvSpPr>
        <p:spPr>
          <a:xfrm xmlns:a="http://schemas.openxmlformats.org/drawingml/2006/main">
            <a:off x="609600" y="588645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173"/>
                </a:solidFill>
                <a:latin typeface="Segoe UI"/>
                <a:ea typeface="Segoe UI"/>
                <a:cs typeface="Segoe UI"/>
              </a:defRPr>
            </a:defPPr>
            <a:lvl1pPr>
              <a:defRPr sz="1575" b="0">
                <a:solidFill>
                  <a:srgbClr val="526173"/>
                </a:solidFill>
                <a:latin typeface="Segoe UI"/>
                <a:ea typeface="Segoe UI"/>
                <a:cs typeface="Segoe UI"/>
              </a:defRPr>
            </a:lvl1pPr>
            <a:lvl2pPr>
              <a:defRPr sz="1575" b="0">
                <a:solidFill>
                  <a:srgbClr val="526173"/>
                </a:solidFill>
                <a:latin typeface="Segoe UI"/>
                <a:ea typeface="Segoe UI"/>
                <a:cs typeface="Segoe UI"/>
              </a:defRPr>
            </a:lvl2pPr>
            <a:lvl3pPr>
              <a:defRPr sz="1575" b="0">
                <a:solidFill>
                  <a:srgbClr val="526173"/>
                </a:solidFill>
                <a:latin typeface="Segoe UI"/>
                <a:ea typeface="Segoe UI"/>
                <a:cs typeface="Segoe UI"/>
              </a:defRPr>
            </a:lvl3pPr>
            <a:lvl4pPr>
              <a:defRPr sz="1575" b="0">
                <a:solidFill>
                  <a:srgbClr val="526173"/>
                </a:solidFill>
                <a:latin typeface="Segoe UI"/>
                <a:ea typeface="Segoe UI"/>
                <a:cs typeface="Segoe UI"/>
              </a:defRPr>
            </a:lvl4pPr>
            <a:lvl5pPr>
              <a:defRPr sz="1575" b="0">
                <a:solidFill>
                  <a:srgbClr val="526173"/>
                </a:solidFill>
                <a:latin typeface="Segoe UI"/>
                <a:ea typeface="Segoe UI"/>
                <a:cs typeface="Segoe UI"/>
              </a:defRPr>
            </a:lvl5pPr>
            <a:lvl6pPr>
              <a:defRPr sz="1575" b="0">
                <a:solidFill>
                  <a:srgbClr val="526173"/>
                </a:solidFill>
                <a:latin typeface="Segoe UI"/>
                <a:ea typeface="Segoe UI"/>
                <a:cs typeface="Segoe UI"/>
              </a:defRPr>
            </a:lvl6pPr>
            <a:lvl7pPr>
              <a:defRPr sz="1575" b="0">
                <a:solidFill>
                  <a:srgbClr val="526173"/>
                </a:solidFill>
                <a:latin typeface="Segoe UI"/>
                <a:ea typeface="Segoe UI"/>
                <a:cs typeface="Segoe UI"/>
              </a:defRPr>
            </a:lvl7pPr>
            <a:lvl8pPr>
              <a:defRPr sz="1575" b="0">
                <a:solidFill>
                  <a:srgbClr val="526173"/>
                </a:solidFill>
                <a:latin typeface="Segoe UI"/>
                <a:ea typeface="Segoe UI"/>
                <a:cs typeface="Segoe UI"/>
              </a:defRPr>
            </a:lvl8pPr>
            <a:lvl9pPr>
              <a:defRPr sz="1575" b="0">
                <a:solidFill>
                  <a:srgbClr val="526173"/>
                </a:solidFill>
                <a:latin typeface="Segoe UI"/>
                <a:ea typeface="Segoe UI"/>
                <a:cs typeface="Segoe UI"/>
              </a:defRPr>
            </a:lvl9pPr>
          </a:lstStyle>
          <a:p xmlns:a="http://schemas.openxmlformats.org/drawingml/2006/main">
            <a:pPr>
              <a:defRPr sz="1575" b="0">
                <a:solidFill>
                  <a:srgbClr val="526173"/>
                </a:solidFill>
                <a:latin typeface="Segoe UI"/>
                <a:ea typeface="Segoe UI"/>
                <a:cs typeface="Segoe UI"/>
              </a:defRPr>
            </a:pPr>
            <a:r>
              <a:rPr sz="1575" b="0">
                <a:solidFill>
                  <a:srgbClr val="526173"/>
                </a:solidFill>
                <a:latin typeface="Segoe UI"/>
                <a:ea typeface="Segoe UI"/>
                <a:cs typeface="Segoe UI"/>
              </a:rPr>
              <a:t>Observed nodes describe dataset reach, not measured customers or outage cost.</a:t>
            </a:r>
          </a:p>
        </p:txBody>
      </p:sp>
    </p:spTree>
    <p:extLst>
      <p:ext uri="{BB962C8B-B14F-4D97-AF65-F5344CB8AC3E}">
        <p14:creationId xmlns:p14="http://schemas.microsoft.com/office/powerpoint/2010/main" val="7769907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2026-10-18T15:50:55.5730000Z</dcterms:created>
  <dcterms:modified xsi:type="dcterms:W3CDTF">2026-10-18T15:50:55.5730000Z</dcterms:modified>
</coreProperties>
</file>